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01AE9-D2D3-49C2-B318-F160541749B0}" v="12" dt="2026-04-21T05:24:35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475" y="-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n RAMASUBRAMANIAN" userId="a0d45103-db26-4086-af8c-e882a9302dca" providerId="ADAL" clId="{5358636E-7F28-4277-8630-CF926D780C20}"/>
    <pc:docChg chg="undo redo custSel addSld modSld sldOrd">
      <pc:chgData name="Karthikeyan RAMASUBRAMANIAN" userId="a0d45103-db26-4086-af8c-e882a9302dca" providerId="ADAL" clId="{5358636E-7F28-4277-8630-CF926D780C20}" dt="2026-04-21T05:24:54.371" v="2231" actId="20577"/>
      <pc:docMkLst>
        <pc:docMk/>
      </pc:docMkLst>
      <pc:sldChg chg="modSp mod">
        <pc:chgData name="Karthikeyan RAMASUBRAMANIAN" userId="a0d45103-db26-4086-af8c-e882a9302dca" providerId="ADAL" clId="{5358636E-7F28-4277-8630-CF926D780C20}" dt="2026-04-21T04:28:10.448" v="1709" actId="33524"/>
        <pc:sldMkLst>
          <pc:docMk/>
          <pc:sldMk cId="0" sldId="256"/>
        </pc:sldMkLst>
        <pc:spChg chg="mod">
          <ac:chgData name="Karthikeyan RAMASUBRAMANIAN" userId="a0d45103-db26-4086-af8c-e882a9302dca" providerId="ADAL" clId="{5358636E-7F28-4277-8630-CF926D780C20}" dt="2026-04-21T04:28:10.448" v="1709" actId="33524"/>
          <ac:spMkLst>
            <pc:docMk/>
            <pc:sldMk cId="0" sldId="256"/>
            <ac:spMk id="8" creationId="{00000000-0000-0000-0000-000000000000}"/>
          </ac:spMkLst>
        </pc:spChg>
        <pc:spChg chg="mod">
          <ac:chgData name="Karthikeyan RAMASUBRAMANIAN" userId="a0d45103-db26-4086-af8c-e882a9302dca" providerId="ADAL" clId="{5358636E-7F28-4277-8630-CF926D780C20}" dt="2026-04-21T04:28:03.529" v="1707" actId="20577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Karthikeyan RAMASUBRAMANIAN" userId="a0d45103-db26-4086-af8c-e882a9302dca" providerId="ADAL" clId="{5358636E-7F28-4277-8630-CF926D780C20}" dt="2026-04-21T02:49:55.727" v="14" actId="20577"/>
        <pc:sldMkLst>
          <pc:docMk/>
          <pc:sldMk cId="0" sldId="258"/>
        </pc:sldMkLst>
        <pc:spChg chg="mod">
          <ac:chgData name="Karthikeyan RAMASUBRAMANIAN" userId="a0d45103-db26-4086-af8c-e882a9302dca" providerId="ADAL" clId="{5358636E-7F28-4277-8630-CF926D780C20}" dt="2026-04-21T02:49:55.727" v="14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add mod setBg">
        <pc:chgData name="Karthikeyan RAMASUBRAMANIAN" userId="a0d45103-db26-4086-af8c-e882a9302dca" providerId="ADAL" clId="{5358636E-7F28-4277-8630-CF926D780C20}" dt="2026-04-21T04:49:31.816" v="2074" actId="20577"/>
        <pc:sldMkLst>
          <pc:docMk/>
          <pc:sldMk cId="3992940724" sldId="259"/>
        </pc:sldMkLst>
        <pc:spChg chg="mod">
          <ac:chgData name="Karthikeyan RAMASUBRAMANIAN" userId="a0d45103-db26-4086-af8c-e882a9302dca" providerId="ADAL" clId="{5358636E-7F28-4277-8630-CF926D780C20}" dt="2026-04-21T04:08:59.840" v="317" actId="20577"/>
          <ac:spMkLst>
            <pc:docMk/>
            <pc:sldMk cId="3992940724" sldId="259"/>
            <ac:spMk id="3" creationId="{EAA6A05F-A1E0-B1BA-1FD8-EE128FD2EC8F}"/>
          </ac:spMkLst>
        </pc:spChg>
        <pc:spChg chg="del">
          <ac:chgData name="Karthikeyan RAMASUBRAMANIAN" userId="a0d45103-db26-4086-af8c-e882a9302dca" providerId="ADAL" clId="{5358636E-7F28-4277-8630-CF926D780C20}" dt="2026-04-21T02:50:44.880" v="33" actId="478"/>
          <ac:spMkLst>
            <pc:docMk/>
            <pc:sldMk cId="3992940724" sldId="259"/>
            <ac:spMk id="4" creationId="{DF48B328-7BF9-BFAE-8D77-97876E4B70A3}"/>
          </ac:spMkLst>
        </pc:spChg>
        <pc:spChg chg="del">
          <ac:chgData name="Karthikeyan RAMASUBRAMANIAN" userId="a0d45103-db26-4086-af8c-e882a9302dca" providerId="ADAL" clId="{5358636E-7F28-4277-8630-CF926D780C20}" dt="2026-04-21T02:50:53.661" v="34" actId="478"/>
          <ac:spMkLst>
            <pc:docMk/>
            <pc:sldMk cId="3992940724" sldId="259"/>
            <ac:spMk id="5" creationId="{6260133A-4E88-D747-2C1F-00D592C3CC3E}"/>
          </ac:spMkLst>
        </pc:spChg>
        <pc:spChg chg="del">
          <ac:chgData name="Karthikeyan RAMASUBRAMANIAN" userId="a0d45103-db26-4086-af8c-e882a9302dca" providerId="ADAL" clId="{5358636E-7F28-4277-8630-CF926D780C20}" dt="2026-04-21T02:51:02.663" v="36" actId="478"/>
          <ac:spMkLst>
            <pc:docMk/>
            <pc:sldMk cId="3992940724" sldId="259"/>
            <ac:spMk id="6" creationId="{AF3C72DC-B0FB-3359-961A-7E8CD5226594}"/>
          </ac:spMkLst>
        </pc:spChg>
        <pc:spChg chg="del">
          <ac:chgData name="Karthikeyan RAMASUBRAMANIAN" userId="a0d45103-db26-4086-af8c-e882a9302dca" providerId="ADAL" clId="{5358636E-7F28-4277-8630-CF926D780C20}" dt="2026-04-21T02:51:00.215" v="35" actId="478"/>
          <ac:spMkLst>
            <pc:docMk/>
            <pc:sldMk cId="3992940724" sldId="259"/>
            <ac:spMk id="7" creationId="{AA5E3129-5961-7671-A855-A08E21ADCA17}"/>
          </ac:spMkLst>
        </pc:spChg>
        <pc:spChg chg="del">
          <ac:chgData name="Karthikeyan RAMASUBRAMANIAN" userId="a0d45103-db26-4086-af8c-e882a9302dca" providerId="ADAL" clId="{5358636E-7F28-4277-8630-CF926D780C20}" dt="2026-04-21T02:51:00.215" v="35" actId="478"/>
          <ac:spMkLst>
            <pc:docMk/>
            <pc:sldMk cId="3992940724" sldId="259"/>
            <ac:spMk id="8" creationId="{2D520720-EE77-AD32-DB29-F47136D8F700}"/>
          </ac:spMkLst>
        </pc:spChg>
        <pc:spChg chg="mod">
          <ac:chgData name="Karthikeyan RAMASUBRAMANIAN" userId="a0d45103-db26-4086-af8c-e882a9302dca" providerId="ADAL" clId="{5358636E-7F28-4277-8630-CF926D780C20}" dt="2026-04-21T04:07:40.073" v="274" actId="1076"/>
          <ac:spMkLst>
            <pc:docMk/>
            <pc:sldMk cId="3992940724" sldId="259"/>
            <ac:spMk id="9" creationId="{4FD73625-26BD-73F7-A8E6-D4163523D164}"/>
          </ac:spMkLst>
        </pc:spChg>
        <pc:spChg chg="mod">
          <ac:chgData name="Karthikeyan RAMASUBRAMANIAN" userId="a0d45103-db26-4086-af8c-e882a9302dca" providerId="ADAL" clId="{5358636E-7F28-4277-8630-CF926D780C20}" dt="2026-04-21T04:08:58.886" v="315" actId="20577"/>
          <ac:spMkLst>
            <pc:docMk/>
            <pc:sldMk cId="3992940724" sldId="259"/>
            <ac:spMk id="11" creationId="{AF0C8486-2057-3D46-F50E-BD36A3019C2A}"/>
          </ac:spMkLst>
        </pc:spChg>
        <pc:spChg chg="mod">
          <ac:chgData name="Karthikeyan RAMASUBRAMANIAN" userId="a0d45103-db26-4086-af8c-e882a9302dca" providerId="ADAL" clId="{5358636E-7F28-4277-8630-CF926D780C20}" dt="2026-04-21T02:53:11.154" v="242" actId="20577"/>
          <ac:spMkLst>
            <pc:docMk/>
            <pc:sldMk cId="3992940724" sldId="259"/>
            <ac:spMk id="14" creationId="{6B11CAB6-8F6E-EA12-30A2-84E88E200B5A}"/>
          </ac:spMkLst>
        </pc:spChg>
        <pc:spChg chg="del mod">
          <ac:chgData name="Karthikeyan RAMASUBRAMANIAN" userId="a0d45103-db26-4086-af8c-e882a9302dca" providerId="ADAL" clId="{5358636E-7F28-4277-8630-CF926D780C20}" dt="2026-04-21T02:52:56.127" v="212" actId="478"/>
          <ac:spMkLst>
            <pc:docMk/>
            <pc:sldMk cId="3992940724" sldId="259"/>
            <ac:spMk id="15" creationId="{C514BECE-FDD0-8EE4-C9AF-B8AB0109671F}"/>
          </ac:spMkLst>
        </pc:spChg>
        <pc:spChg chg="mod">
          <ac:chgData name="Karthikeyan RAMASUBRAMANIAN" userId="a0d45103-db26-4086-af8c-e882a9302dca" providerId="ADAL" clId="{5358636E-7F28-4277-8630-CF926D780C20}" dt="2026-04-21T04:49:31.816" v="2074" actId="20577"/>
          <ac:spMkLst>
            <pc:docMk/>
            <pc:sldMk cId="3992940724" sldId="259"/>
            <ac:spMk id="18" creationId="{1664887D-DF84-C066-9B85-2FF474197F9F}"/>
          </ac:spMkLst>
        </pc:spChg>
        <pc:spChg chg="del">
          <ac:chgData name="Karthikeyan RAMASUBRAMANIAN" userId="a0d45103-db26-4086-af8c-e882a9302dca" providerId="ADAL" clId="{5358636E-7F28-4277-8630-CF926D780C20}" dt="2026-04-21T02:53:33.512" v="267" actId="478"/>
          <ac:spMkLst>
            <pc:docMk/>
            <pc:sldMk cId="3992940724" sldId="259"/>
            <ac:spMk id="19" creationId="{015B2F25-E0AA-A0E3-73B1-5E61EBF247EE}"/>
          </ac:spMkLst>
        </pc:spChg>
        <pc:spChg chg="add del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0" creationId="{950CD189-65E2-D984-18A3-794ECC31680D}"/>
          </ac:spMkLst>
        </pc:spChg>
        <pc:spChg chg="add del mod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1" creationId="{C1228A2C-C4E1-95AA-190C-D931C36296C3}"/>
          </ac:spMkLst>
        </pc:spChg>
        <pc:spChg chg="add del mod">
          <ac:chgData name="Karthikeyan RAMASUBRAMANIAN" userId="a0d45103-db26-4086-af8c-e882a9302dca" providerId="ADAL" clId="{5358636E-7F28-4277-8630-CF926D780C20}" dt="2026-04-21T04:09:18.149" v="359" actId="20577"/>
          <ac:spMkLst>
            <pc:docMk/>
            <pc:sldMk cId="3992940724" sldId="259"/>
            <ac:spMk id="22" creationId="{A30AB42A-8574-8D35-7240-E3FC2515C869}"/>
          </ac:spMkLst>
        </pc:spChg>
        <pc:spChg chg="del mod">
          <ac:chgData name="Karthikeyan RAMASUBRAMANIAN" userId="a0d45103-db26-4086-af8c-e882a9302dca" providerId="ADAL" clId="{5358636E-7F28-4277-8630-CF926D780C20}" dt="2026-04-21T02:53:37.229" v="268" actId="478"/>
          <ac:spMkLst>
            <pc:docMk/>
            <pc:sldMk cId="3992940724" sldId="259"/>
            <ac:spMk id="23" creationId="{2DDA7366-B725-B59A-D4CF-72ED9CB8865F}"/>
          </ac:spMkLst>
        </pc:spChg>
        <pc:spChg chg="add del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4" creationId="{BFB11162-6D05-A045-D536-D1A14DD91D3E}"/>
          </ac:spMkLst>
        </pc:spChg>
        <pc:spChg chg="add del mod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5" creationId="{42D19D70-7D19-13B0-15AE-9C36334FF2F8}"/>
          </ac:spMkLst>
        </pc:spChg>
        <pc:spChg chg="add del mod">
          <ac:chgData name="Karthikeyan RAMASUBRAMANIAN" userId="a0d45103-db26-4086-af8c-e882a9302dca" providerId="ADAL" clId="{5358636E-7F28-4277-8630-CF926D780C20}" dt="2026-04-21T04:09:39.906" v="392" actId="20577"/>
          <ac:spMkLst>
            <pc:docMk/>
            <pc:sldMk cId="3992940724" sldId="259"/>
            <ac:spMk id="26" creationId="{66A3FDA1-14E5-344D-20C2-10A80D2A2315}"/>
          </ac:spMkLst>
        </pc:spChg>
        <pc:spChg chg="del">
          <ac:chgData name="Karthikeyan RAMASUBRAMANIAN" userId="a0d45103-db26-4086-af8c-e882a9302dca" providerId="ADAL" clId="{5358636E-7F28-4277-8630-CF926D780C20}" dt="2026-04-21T02:53:40.590" v="269" actId="478"/>
          <ac:spMkLst>
            <pc:docMk/>
            <pc:sldMk cId="3992940724" sldId="259"/>
            <ac:spMk id="27" creationId="{F447AB1A-B19B-460C-5BBC-CC65357FC1D8}"/>
          </ac:spMkLst>
        </pc:spChg>
        <pc:spChg chg="add del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8" creationId="{9F4A0891-0581-8788-C4F0-73769E720F1D}"/>
          </ac:spMkLst>
        </pc:spChg>
        <pc:spChg chg="add del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29" creationId="{B9D9CC6F-808A-E0D9-2E9F-6E96A9AB1A8B}"/>
          </ac:spMkLst>
        </pc:spChg>
        <pc:spChg chg="add del mod">
          <ac:chgData name="Karthikeyan RAMASUBRAMANIAN" userId="a0d45103-db26-4086-af8c-e882a9302dca" providerId="ADAL" clId="{5358636E-7F28-4277-8630-CF926D780C20}" dt="2026-04-21T04:29:23.227" v="1783" actId="20577"/>
          <ac:spMkLst>
            <pc:docMk/>
            <pc:sldMk cId="3992940724" sldId="259"/>
            <ac:spMk id="30" creationId="{48CA1BED-B0D3-858B-CD4C-10F3EEBE4573}"/>
          </ac:spMkLst>
        </pc:spChg>
        <pc:spChg chg="del">
          <ac:chgData name="Karthikeyan RAMASUBRAMANIAN" userId="a0d45103-db26-4086-af8c-e882a9302dca" providerId="ADAL" clId="{5358636E-7F28-4277-8630-CF926D780C20}" dt="2026-04-21T02:53:44.754" v="270" actId="478"/>
          <ac:spMkLst>
            <pc:docMk/>
            <pc:sldMk cId="3992940724" sldId="259"/>
            <ac:spMk id="31" creationId="{5241F5FE-8C65-BF61-6DB3-CB8A8279CE82}"/>
          </ac:spMkLst>
        </pc:spChg>
        <pc:spChg chg="add del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32" creationId="{0ED0D203-1BE3-27BA-6CE8-96D1BEF4132B}"/>
          </ac:spMkLst>
        </pc:spChg>
        <pc:spChg chg="add del mod">
          <ac:chgData name="Karthikeyan RAMASUBRAMANIAN" userId="a0d45103-db26-4086-af8c-e882a9302dca" providerId="ADAL" clId="{5358636E-7F28-4277-8630-CF926D780C20}" dt="2026-04-21T04:09:01.518" v="322" actId="478"/>
          <ac:spMkLst>
            <pc:docMk/>
            <pc:sldMk cId="3992940724" sldId="259"/>
            <ac:spMk id="33" creationId="{48FA5585-CEAD-F7AF-A189-071BDA870C70}"/>
          </ac:spMkLst>
        </pc:spChg>
        <pc:spChg chg="add del mod">
          <ac:chgData name="Karthikeyan RAMASUBRAMANIAN" userId="a0d45103-db26-4086-af8c-e882a9302dca" providerId="ADAL" clId="{5358636E-7F28-4277-8630-CF926D780C20}" dt="2026-04-21T04:10:00.068" v="399" actId="20577"/>
          <ac:spMkLst>
            <pc:docMk/>
            <pc:sldMk cId="3992940724" sldId="259"/>
            <ac:spMk id="34" creationId="{E958D7B7-796E-A14F-D136-198E73332345}"/>
          </ac:spMkLst>
        </pc:spChg>
        <pc:spChg chg="del mod">
          <ac:chgData name="Karthikeyan RAMASUBRAMANIAN" userId="a0d45103-db26-4086-af8c-e882a9302dca" providerId="ADAL" clId="{5358636E-7F28-4277-8630-CF926D780C20}" dt="2026-04-21T02:53:49.475" v="271" actId="478"/>
          <ac:spMkLst>
            <pc:docMk/>
            <pc:sldMk cId="3992940724" sldId="259"/>
            <ac:spMk id="35" creationId="{CEA06778-34AC-B1E6-C48F-9248AEA9E82C}"/>
          </ac:spMkLst>
        </pc:spChg>
        <pc:spChg chg="add del">
          <ac:chgData name="Karthikeyan RAMASUBRAMANIAN" userId="a0d45103-db26-4086-af8c-e882a9302dca" providerId="ADAL" clId="{5358636E-7F28-4277-8630-CF926D780C20}" dt="2026-04-21T02:51:37.465" v="87" actId="478"/>
          <ac:spMkLst>
            <pc:docMk/>
            <pc:sldMk cId="3992940724" sldId="259"/>
            <ac:spMk id="36" creationId="{5DBE0643-3DB7-F39A-A693-51A613068F03}"/>
          </ac:spMkLst>
        </pc:spChg>
        <pc:spChg chg="del mod">
          <ac:chgData name="Karthikeyan RAMASUBRAMANIAN" userId="a0d45103-db26-4086-af8c-e882a9302dca" providerId="ADAL" clId="{5358636E-7F28-4277-8630-CF926D780C20}" dt="2026-04-21T02:51:52.976" v="91"/>
          <ac:spMkLst>
            <pc:docMk/>
            <pc:sldMk cId="3992940724" sldId="259"/>
            <ac:spMk id="37" creationId="{D4E4A6C2-527B-8B44-8B1C-239C1EE2E3D8}"/>
          </ac:spMkLst>
        </pc:spChg>
        <pc:spChg chg="add mod">
          <ac:chgData name="Karthikeyan RAMASUBRAMANIAN" userId="a0d45103-db26-4086-af8c-e882a9302dca" providerId="ADAL" clId="{5358636E-7F28-4277-8630-CF926D780C20}" dt="2026-04-21T04:08:55.936" v="314"/>
          <ac:spMkLst>
            <pc:docMk/>
            <pc:sldMk cId="3992940724" sldId="259"/>
            <ac:spMk id="39" creationId="{67548A00-EC52-869B-D354-FCBF398CC600}"/>
          </ac:spMkLst>
        </pc:spChg>
        <pc:spChg chg="add mod">
          <ac:chgData name="Karthikeyan RAMASUBRAMANIAN" userId="a0d45103-db26-4086-af8c-e882a9302dca" providerId="ADAL" clId="{5358636E-7F28-4277-8630-CF926D780C20}" dt="2026-04-21T04:08:55.936" v="314"/>
          <ac:spMkLst>
            <pc:docMk/>
            <pc:sldMk cId="3992940724" sldId="259"/>
            <ac:spMk id="40" creationId="{A5EE42BD-A241-9172-FC31-7550823C2F50}"/>
          </ac:spMkLst>
        </pc:spChg>
      </pc:sldChg>
      <pc:sldChg chg="delSp modSp add mod setBg">
        <pc:chgData name="Karthikeyan RAMASUBRAMANIAN" userId="a0d45103-db26-4086-af8c-e882a9302dca" providerId="ADAL" clId="{5358636E-7F28-4277-8630-CF926D780C20}" dt="2026-04-21T04:20:19.929" v="961" actId="1036"/>
        <pc:sldMkLst>
          <pc:docMk/>
          <pc:sldMk cId="4084651065" sldId="260"/>
        </pc:sldMkLst>
        <pc:spChg chg="mod">
          <ac:chgData name="Karthikeyan RAMASUBRAMANIAN" userId="a0d45103-db26-4086-af8c-e882a9302dca" providerId="ADAL" clId="{5358636E-7F28-4277-8630-CF926D780C20}" dt="2026-04-21T04:11:24.338" v="455" actId="20577"/>
          <ac:spMkLst>
            <pc:docMk/>
            <pc:sldMk cId="4084651065" sldId="260"/>
            <ac:spMk id="3" creationId="{B0983F98-7E30-72F6-1D55-2E9B327DAC51}"/>
          </ac:spMkLst>
        </pc:spChg>
        <pc:spChg chg="del">
          <ac:chgData name="Karthikeyan RAMASUBRAMANIAN" userId="a0d45103-db26-4086-af8c-e882a9302dca" providerId="ADAL" clId="{5358636E-7F28-4277-8630-CF926D780C20}" dt="2026-04-21T04:10:54.934" v="412" actId="478"/>
          <ac:spMkLst>
            <pc:docMk/>
            <pc:sldMk cId="4084651065" sldId="260"/>
            <ac:spMk id="4" creationId="{93C7B13D-103E-4138-99FC-E59B1FE0A537}"/>
          </ac:spMkLst>
        </pc:spChg>
        <pc:spChg chg="mod">
          <ac:chgData name="Karthikeyan RAMASUBRAMANIAN" userId="a0d45103-db26-4086-af8c-e882a9302dca" providerId="ADAL" clId="{5358636E-7F28-4277-8630-CF926D780C20}" dt="2026-04-21T04:20:19.929" v="961" actId="1036"/>
          <ac:spMkLst>
            <pc:docMk/>
            <pc:sldMk cId="4084651065" sldId="260"/>
            <ac:spMk id="5" creationId="{A2981F91-AC23-38D7-0FBB-C4771C27E6A9}"/>
          </ac:spMkLst>
        </pc:spChg>
        <pc:spChg chg="mod">
          <ac:chgData name="Karthikeyan RAMASUBRAMANIAN" userId="a0d45103-db26-4086-af8c-e882a9302dca" providerId="ADAL" clId="{5358636E-7F28-4277-8630-CF926D780C20}" dt="2026-04-21T04:20:19.929" v="961" actId="1036"/>
          <ac:spMkLst>
            <pc:docMk/>
            <pc:sldMk cId="4084651065" sldId="260"/>
            <ac:spMk id="6" creationId="{7A7B957C-91EC-FA40-CAE2-F037FA431254}"/>
          </ac:spMkLst>
        </pc:spChg>
        <pc:spChg chg="mod">
          <ac:chgData name="Karthikeyan RAMASUBRAMANIAN" userId="a0d45103-db26-4086-af8c-e882a9302dca" providerId="ADAL" clId="{5358636E-7F28-4277-8630-CF926D780C20}" dt="2026-04-21T04:20:19.929" v="961" actId="1036"/>
          <ac:spMkLst>
            <pc:docMk/>
            <pc:sldMk cId="4084651065" sldId="260"/>
            <ac:spMk id="7" creationId="{33DF82C7-AE5F-AA0B-DA3E-EE6AF0A18EE7}"/>
          </ac:spMkLst>
        </pc:spChg>
        <pc:spChg chg="mod">
          <ac:chgData name="Karthikeyan RAMASUBRAMANIAN" userId="a0d45103-db26-4086-af8c-e882a9302dca" providerId="ADAL" clId="{5358636E-7F28-4277-8630-CF926D780C20}" dt="2026-04-21T04:20:19.929" v="961" actId="1036"/>
          <ac:spMkLst>
            <pc:docMk/>
            <pc:sldMk cId="4084651065" sldId="260"/>
            <ac:spMk id="8" creationId="{690B14C3-FE61-E465-F73E-C7B1CD944961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10" creationId="{73E9874A-577E-F2E2-2AEC-FF9860A10790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11" creationId="{6CA98FAB-0E7B-4C6D-8BA6-A470496C3F83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15" creationId="{88292835-4338-7A11-D555-0314F937780B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16" creationId="{B51D1E86-D961-DE65-0493-9CE6A673A3BE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20" creationId="{B2B31088-6F7C-41E9-F9CB-A8E267EA3BF8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23" creationId="{8F3CA19B-059B-3F63-D47F-07BC5210BE90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27" creationId="{1555B0A0-88D7-3400-9F12-5A5476F94570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28" creationId="{2C2BB0CC-C622-F2C6-12AA-316D564DFB06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30" creationId="{94A5890F-5EA0-1AF0-9152-492F8722716A}"/>
          </ac:spMkLst>
        </pc:spChg>
        <pc:spChg chg="del">
          <ac:chgData name="Karthikeyan RAMASUBRAMANIAN" userId="a0d45103-db26-4086-af8c-e882a9302dca" providerId="ADAL" clId="{5358636E-7F28-4277-8630-CF926D780C20}" dt="2026-04-21T04:11:07.580" v="413" actId="478"/>
          <ac:spMkLst>
            <pc:docMk/>
            <pc:sldMk cId="4084651065" sldId="260"/>
            <ac:spMk id="34" creationId="{0A630A22-EF26-F238-1718-9411B4719DB6}"/>
          </ac:spMkLst>
        </pc:spChg>
        <pc:spChg chg="del mod">
          <ac:chgData name="Karthikeyan RAMASUBRAMANIAN" userId="a0d45103-db26-4086-af8c-e882a9302dca" providerId="ADAL" clId="{5358636E-7F28-4277-8630-CF926D780C20}" dt="2026-04-21T04:11:52.697" v="470"/>
          <ac:spMkLst>
            <pc:docMk/>
            <pc:sldMk cId="4084651065" sldId="260"/>
            <ac:spMk id="37" creationId="{0C6A1ED3-3ED2-4D4B-F12A-24F8F096EFBF}"/>
          </ac:spMkLst>
        </pc:spChg>
      </pc:sldChg>
      <pc:sldChg chg="modSp add mod">
        <pc:chgData name="Karthikeyan RAMASUBRAMANIAN" userId="a0d45103-db26-4086-af8c-e882a9302dca" providerId="ADAL" clId="{5358636E-7F28-4277-8630-CF926D780C20}" dt="2026-04-21T05:09:43.397" v="2209" actId="20577"/>
        <pc:sldMkLst>
          <pc:docMk/>
          <pc:sldMk cId="50334193" sldId="261"/>
        </pc:sldMkLst>
        <pc:spChg chg="mod">
          <ac:chgData name="Karthikeyan RAMASUBRAMANIAN" userId="a0d45103-db26-4086-af8c-e882a9302dca" providerId="ADAL" clId="{5358636E-7F28-4277-8630-CF926D780C20}" dt="2026-04-21T04:21:32.287" v="976" actId="313"/>
          <ac:spMkLst>
            <pc:docMk/>
            <pc:sldMk cId="50334193" sldId="261"/>
            <ac:spMk id="3" creationId="{BCDBBB54-A124-3F36-8994-BF6E5F0BBD55}"/>
          </ac:spMkLst>
        </pc:spChg>
        <pc:spChg chg="mod">
          <ac:chgData name="Karthikeyan RAMASUBRAMANIAN" userId="a0d45103-db26-4086-af8c-e882a9302dca" providerId="ADAL" clId="{5358636E-7F28-4277-8630-CF926D780C20}" dt="2026-04-21T04:21:42.234" v="991" actId="20577"/>
          <ac:spMkLst>
            <pc:docMk/>
            <pc:sldMk cId="50334193" sldId="261"/>
            <ac:spMk id="11" creationId="{0FFEA5B6-9176-DA09-0275-1B20C4CCA4C8}"/>
          </ac:spMkLst>
        </pc:spChg>
        <pc:spChg chg="mod">
          <ac:chgData name="Karthikeyan RAMASUBRAMANIAN" userId="a0d45103-db26-4086-af8c-e882a9302dca" providerId="ADAL" clId="{5358636E-7F28-4277-8630-CF926D780C20}" dt="2026-04-21T04:22:46.803" v="1080" actId="20577"/>
          <ac:spMkLst>
            <pc:docMk/>
            <pc:sldMk cId="50334193" sldId="261"/>
            <ac:spMk id="14" creationId="{CCF5010B-241E-80D9-CCA1-46C4CA50AC12}"/>
          </ac:spMkLst>
        </pc:spChg>
        <pc:spChg chg="mod">
          <ac:chgData name="Karthikeyan RAMASUBRAMANIAN" userId="a0d45103-db26-4086-af8c-e882a9302dca" providerId="ADAL" clId="{5358636E-7F28-4277-8630-CF926D780C20}" dt="2026-04-21T04:24:13.989" v="1361" actId="20577"/>
          <ac:spMkLst>
            <pc:docMk/>
            <pc:sldMk cId="50334193" sldId="261"/>
            <ac:spMk id="18" creationId="{B8708911-F3D7-C39D-5A6F-67178D877ED9}"/>
          </ac:spMkLst>
        </pc:spChg>
        <pc:spChg chg="mod">
          <ac:chgData name="Karthikeyan RAMASUBRAMANIAN" userId="a0d45103-db26-4086-af8c-e882a9302dca" providerId="ADAL" clId="{5358636E-7F28-4277-8630-CF926D780C20}" dt="2026-04-21T04:25:33.777" v="1573" actId="20577"/>
          <ac:spMkLst>
            <pc:docMk/>
            <pc:sldMk cId="50334193" sldId="261"/>
            <ac:spMk id="22" creationId="{B11286C0-ACBA-4FF5-C393-D82FE4342803}"/>
          </ac:spMkLst>
        </pc:spChg>
        <pc:spChg chg="mod">
          <ac:chgData name="Karthikeyan RAMASUBRAMANIAN" userId="a0d45103-db26-4086-af8c-e882a9302dca" providerId="ADAL" clId="{5358636E-7F28-4277-8630-CF926D780C20}" dt="2026-04-21T04:30:31.054" v="1967" actId="20577"/>
          <ac:spMkLst>
            <pc:docMk/>
            <pc:sldMk cId="50334193" sldId="261"/>
            <ac:spMk id="26" creationId="{FF716EAC-0230-22C2-CC6C-B77926921C29}"/>
          </ac:spMkLst>
        </pc:spChg>
        <pc:spChg chg="mod">
          <ac:chgData name="Karthikeyan RAMASUBRAMANIAN" userId="a0d45103-db26-4086-af8c-e882a9302dca" providerId="ADAL" clId="{5358636E-7F28-4277-8630-CF926D780C20}" dt="2026-04-21T05:09:43.397" v="2209" actId="20577"/>
          <ac:spMkLst>
            <pc:docMk/>
            <pc:sldMk cId="50334193" sldId="261"/>
            <ac:spMk id="30" creationId="{9C396F78-22CC-0CD1-1CFC-5E2793AB98C4}"/>
          </ac:spMkLst>
        </pc:spChg>
      </pc:sldChg>
      <pc:sldChg chg="addSp delSp modSp add mod">
        <pc:chgData name="Karthikeyan RAMASUBRAMANIAN" userId="a0d45103-db26-4086-af8c-e882a9302dca" providerId="ADAL" clId="{5358636E-7F28-4277-8630-CF926D780C20}" dt="2026-04-21T04:40:47.764" v="2069" actId="20577"/>
        <pc:sldMkLst>
          <pc:docMk/>
          <pc:sldMk cId="3958558354" sldId="262"/>
        </pc:sldMkLst>
        <pc:spChg chg="del mod">
          <ac:chgData name="Karthikeyan RAMASUBRAMANIAN" userId="a0d45103-db26-4086-af8c-e882a9302dca" providerId="ADAL" clId="{5358636E-7F28-4277-8630-CF926D780C20}" dt="2026-04-21T04:31:13.997" v="1971"/>
          <ac:spMkLst>
            <pc:docMk/>
            <pc:sldMk cId="3958558354" sldId="262"/>
            <ac:spMk id="3" creationId="{DAF11AA9-6BAF-974C-1A7D-104B94C0C6C3}"/>
          </ac:spMkLst>
        </pc:spChg>
        <pc:spChg chg="del">
          <ac:chgData name="Karthikeyan RAMASUBRAMANIAN" userId="a0d45103-db26-4086-af8c-e882a9302dca" providerId="ADAL" clId="{5358636E-7F28-4277-8630-CF926D780C20}" dt="2026-04-21T04:31:16.343" v="1972" actId="478"/>
          <ac:spMkLst>
            <pc:docMk/>
            <pc:sldMk cId="3958558354" sldId="262"/>
            <ac:spMk id="5" creationId="{E43765EF-09B2-9EE8-90FB-DA0BE5DBC84B}"/>
          </ac:spMkLst>
        </pc:spChg>
        <pc:spChg chg="del">
          <ac:chgData name="Karthikeyan RAMASUBRAMANIAN" userId="a0d45103-db26-4086-af8c-e882a9302dca" providerId="ADAL" clId="{5358636E-7F28-4277-8630-CF926D780C20}" dt="2026-04-21T04:31:32.615" v="1976" actId="478"/>
          <ac:spMkLst>
            <pc:docMk/>
            <pc:sldMk cId="3958558354" sldId="262"/>
            <ac:spMk id="6" creationId="{743A6C38-C9D0-63E7-F142-6CE67A907EDF}"/>
          </ac:spMkLst>
        </pc:spChg>
        <pc:spChg chg="del">
          <ac:chgData name="Karthikeyan RAMASUBRAMANIAN" userId="a0d45103-db26-4086-af8c-e882a9302dca" providerId="ADAL" clId="{5358636E-7F28-4277-8630-CF926D780C20}" dt="2026-04-21T04:31:30.490" v="1975" actId="478"/>
          <ac:spMkLst>
            <pc:docMk/>
            <pc:sldMk cId="3958558354" sldId="262"/>
            <ac:spMk id="7" creationId="{668F34A0-FE04-542D-FE53-CDC01D6478CD}"/>
          </ac:spMkLst>
        </pc:spChg>
        <pc:spChg chg="del mod">
          <ac:chgData name="Karthikeyan RAMASUBRAMANIAN" userId="a0d45103-db26-4086-af8c-e882a9302dca" providerId="ADAL" clId="{5358636E-7F28-4277-8630-CF926D780C20}" dt="2026-04-21T04:31:28.354" v="1974" actId="478"/>
          <ac:spMkLst>
            <pc:docMk/>
            <pc:sldMk cId="3958558354" sldId="262"/>
            <ac:spMk id="8" creationId="{DD838149-1A10-F84B-4BA8-E508043FDE98}"/>
          </ac:spMkLst>
        </pc:spChg>
        <pc:spChg chg="add mod">
          <ac:chgData name="Karthikeyan RAMASUBRAMANIAN" userId="a0d45103-db26-4086-af8c-e882a9302dca" providerId="ADAL" clId="{5358636E-7F28-4277-8630-CF926D780C20}" dt="2026-04-21T04:40:47.764" v="2069" actId="20577"/>
          <ac:spMkLst>
            <pc:docMk/>
            <pc:sldMk cId="3958558354" sldId="262"/>
            <ac:spMk id="9" creationId="{C3A5A55F-5BFA-8EC3-94A4-4D95D255511B}"/>
          </ac:spMkLst>
        </pc:spChg>
        <pc:graphicFrameChg chg="add mod modGraphic">
          <ac:chgData name="Karthikeyan RAMASUBRAMANIAN" userId="a0d45103-db26-4086-af8c-e882a9302dca" providerId="ADAL" clId="{5358636E-7F28-4277-8630-CF926D780C20}" dt="2026-04-21T04:36:53.027" v="2006" actId="13782"/>
          <ac:graphicFrameMkLst>
            <pc:docMk/>
            <pc:sldMk cId="3958558354" sldId="262"/>
            <ac:graphicFrameMk id="4" creationId="{EAA09902-BB29-0653-0BFD-85E1F84CE10E}"/>
          </ac:graphicFrameMkLst>
        </pc:graphicFrameChg>
      </pc:sldChg>
      <pc:sldChg chg="modSp add mod ord">
        <pc:chgData name="Karthikeyan RAMASUBRAMANIAN" userId="a0d45103-db26-4086-af8c-e882a9302dca" providerId="ADAL" clId="{5358636E-7F28-4277-8630-CF926D780C20}" dt="2026-04-21T05:24:54.371" v="2231" actId="20577"/>
        <pc:sldMkLst>
          <pc:docMk/>
          <pc:sldMk cId="2031092224" sldId="263"/>
        </pc:sldMkLst>
        <pc:spChg chg="mod">
          <ac:chgData name="Karthikeyan RAMASUBRAMANIAN" userId="a0d45103-db26-4086-af8c-e882a9302dca" providerId="ADAL" clId="{5358636E-7F28-4277-8630-CF926D780C20}" dt="2026-04-21T05:24:54.371" v="2231" actId="20577"/>
          <ac:spMkLst>
            <pc:docMk/>
            <pc:sldMk cId="2031092224" sldId="263"/>
            <ac:spMk id="9" creationId="{3FE8515D-63E9-7A96-0AA8-283F62F64FF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1C9ACA-02EC-4D62-B43B-BC48AD11828F}" type="doc">
      <dgm:prSet loTypeId="urn:microsoft.com/office/officeart/2009/layout/CircleArrowProcess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4E795D-268A-4FE2-BD14-5D51E9CFEECD}">
      <dgm:prSet phldrT="[Text]" phldr="0"/>
      <dgm:spPr/>
      <dgm:t>
        <a:bodyPr/>
        <a:lstStyle/>
        <a:p>
          <a:r>
            <a:rPr lang="en-US" dirty="0"/>
            <a:t>Orchestrator</a:t>
          </a:r>
        </a:p>
      </dgm:t>
    </dgm:pt>
    <dgm:pt modelId="{982181A3-BE46-4798-B273-3EC308B96AA7}" type="parTrans" cxnId="{E2FFBE63-5A32-43F4-AB6D-10582F89C945}">
      <dgm:prSet/>
      <dgm:spPr/>
      <dgm:t>
        <a:bodyPr/>
        <a:lstStyle/>
        <a:p>
          <a:endParaRPr lang="en-US"/>
        </a:p>
      </dgm:t>
    </dgm:pt>
    <dgm:pt modelId="{552FE7DC-FC7F-462C-8DB2-27CC2B203903}" type="sibTrans" cxnId="{E2FFBE63-5A32-43F4-AB6D-10582F89C945}">
      <dgm:prSet/>
      <dgm:spPr/>
      <dgm:t>
        <a:bodyPr/>
        <a:lstStyle/>
        <a:p>
          <a:endParaRPr lang="en-US"/>
        </a:p>
      </dgm:t>
    </dgm:pt>
    <dgm:pt modelId="{BDADCD78-9E28-45E0-834F-71BBB5C0C225}">
      <dgm:prSet phldrT="[Text]" phldr="0"/>
      <dgm:spPr/>
      <dgm:t>
        <a:bodyPr/>
        <a:lstStyle/>
        <a:p>
          <a:r>
            <a:rPr lang="en-US" dirty="0"/>
            <a:t>Agent</a:t>
          </a:r>
        </a:p>
      </dgm:t>
    </dgm:pt>
    <dgm:pt modelId="{747E6BB1-CCD6-496C-AF33-EB17D1CC4ECD}" type="parTrans" cxnId="{09064172-5946-4FB0-939B-68AB6487DD05}">
      <dgm:prSet/>
      <dgm:spPr/>
      <dgm:t>
        <a:bodyPr/>
        <a:lstStyle/>
        <a:p>
          <a:endParaRPr lang="en-US"/>
        </a:p>
      </dgm:t>
    </dgm:pt>
    <dgm:pt modelId="{0A089F08-F801-4F60-9831-5DE8FC988157}" type="sibTrans" cxnId="{09064172-5946-4FB0-939B-68AB6487DD05}">
      <dgm:prSet/>
      <dgm:spPr/>
      <dgm:t>
        <a:bodyPr/>
        <a:lstStyle/>
        <a:p>
          <a:endParaRPr lang="en-US"/>
        </a:p>
      </dgm:t>
    </dgm:pt>
    <dgm:pt modelId="{D64CAC23-C733-43B3-934A-4E974566C481}">
      <dgm:prSet phldrT="[Text]" phldr="0"/>
      <dgm:spPr/>
      <dgm:t>
        <a:bodyPr/>
        <a:lstStyle/>
        <a:p>
          <a:r>
            <a:rPr lang="en-US" dirty="0"/>
            <a:t>Subagent</a:t>
          </a:r>
        </a:p>
      </dgm:t>
    </dgm:pt>
    <dgm:pt modelId="{1E514F6C-8023-4924-B80F-F07FFBBD17D5}" type="parTrans" cxnId="{A1497FBB-10B5-4B06-A9BB-8C7D6B723EA5}">
      <dgm:prSet/>
      <dgm:spPr/>
      <dgm:t>
        <a:bodyPr/>
        <a:lstStyle/>
        <a:p>
          <a:endParaRPr lang="en-US"/>
        </a:p>
      </dgm:t>
    </dgm:pt>
    <dgm:pt modelId="{5DA54ECD-5573-4DE1-AC5F-4270071E5CBC}" type="sibTrans" cxnId="{A1497FBB-10B5-4B06-A9BB-8C7D6B723EA5}">
      <dgm:prSet/>
      <dgm:spPr/>
      <dgm:t>
        <a:bodyPr/>
        <a:lstStyle/>
        <a:p>
          <a:endParaRPr lang="en-US"/>
        </a:p>
      </dgm:t>
    </dgm:pt>
    <dgm:pt modelId="{3B9E0CD2-B7C9-4BB0-927B-B548A1A5BAFD}" type="pres">
      <dgm:prSet presAssocID="{3E1C9ACA-02EC-4D62-B43B-BC48AD11828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1AAF04F-8AF7-4F03-8E27-BF0859685475}" type="pres">
      <dgm:prSet presAssocID="{1E4E795D-268A-4FE2-BD14-5D51E9CFEECD}" presName="Accent1" presStyleCnt="0"/>
      <dgm:spPr/>
    </dgm:pt>
    <dgm:pt modelId="{79E54D42-76E9-4A71-8CEE-A1CD748A5604}" type="pres">
      <dgm:prSet presAssocID="{1E4E795D-268A-4FE2-BD14-5D51E9CFEECD}" presName="Accent" presStyleLbl="node1" presStyleIdx="0" presStyleCnt="3"/>
      <dgm:spPr/>
    </dgm:pt>
    <dgm:pt modelId="{FCC545B0-0A47-4178-8B29-88F5C0B96BF9}" type="pres">
      <dgm:prSet presAssocID="{1E4E795D-268A-4FE2-BD14-5D51E9CFEECD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D63C4835-BEC6-4D20-901D-8A5EE3ED32AC}" type="pres">
      <dgm:prSet presAssocID="{BDADCD78-9E28-45E0-834F-71BBB5C0C225}" presName="Accent2" presStyleCnt="0"/>
      <dgm:spPr/>
    </dgm:pt>
    <dgm:pt modelId="{7FEE975D-CC39-4E44-B58C-7CBD40BD0FD0}" type="pres">
      <dgm:prSet presAssocID="{BDADCD78-9E28-45E0-834F-71BBB5C0C225}" presName="Accent" presStyleLbl="node1" presStyleIdx="1" presStyleCnt="3"/>
      <dgm:spPr/>
    </dgm:pt>
    <dgm:pt modelId="{C936D7AF-CF6D-453B-BF84-B5B33D4EEC65}" type="pres">
      <dgm:prSet presAssocID="{BDADCD78-9E28-45E0-834F-71BBB5C0C225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2B7DFDC-D039-4EA0-9227-2AF663017229}" type="pres">
      <dgm:prSet presAssocID="{D64CAC23-C733-43B3-934A-4E974566C481}" presName="Accent3" presStyleCnt="0"/>
      <dgm:spPr/>
    </dgm:pt>
    <dgm:pt modelId="{3B4DB4FD-4CC8-4328-9451-5024C3D87367}" type="pres">
      <dgm:prSet presAssocID="{D64CAC23-C733-43B3-934A-4E974566C481}" presName="Accent" presStyleLbl="node1" presStyleIdx="2" presStyleCnt="3"/>
      <dgm:spPr/>
    </dgm:pt>
    <dgm:pt modelId="{29B02DD6-02AB-4F8C-A56D-DF985667A416}" type="pres">
      <dgm:prSet presAssocID="{D64CAC23-C733-43B3-934A-4E974566C481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24E15510-C69F-47FD-9637-DE013D8D3C95}" type="presOf" srcId="{3E1C9ACA-02EC-4D62-B43B-BC48AD11828F}" destId="{3B9E0CD2-B7C9-4BB0-927B-B548A1A5BAFD}" srcOrd="0" destOrd="0" presId="urn:microsoft.com/office/officeart/2009/layout/CircleArrowProcess"/>
    <dgm:cxn modelId="{E2FFBE63-5A32-43F4-AB6D-10582F89C945}" srcId="{3E1C9ACA-02EC-4D62-B43B-BC48AD11828F}" destId="{1E4E795D-268A-4FE2-BD14-5D51E9CFEECD}" srcOrd="0" destOrd="0" parTransId="{982181A3-BE46-4798-B273-3EC308B96AA7}" sibTransId="{552FE7DC-FC7F-462C-8DB2-27CC2B203903}"/>
    <dgm:cxn modelId="{09064172-5946-4FB0-939B-68AB6487DD05}" srcId="{3E1C9ACA-02EC-4D62-B43B-BC48AD11828F}" destId="{BDADCD78-9E28-45E0-834F-71BBB5C0C225}" srcOrd="1" destOrd="0" parTransId="{747E6BB1-CCD6-496C-AF33-EB17D1CC4ECD}" sibTransId="{0A089F08-F801-4F60-9831-5DE8FC988157}"/>
    <dgm:cxn modelId="{3F9BFA83-669F-49FD-99B0-B3781ECCC035}" type="presOf" srcId="{1E4E795D-268A-4FE2-BD14-5D51E9CFEECD}" destId="{FCC545B0-0A47-4178-8B29-88F5C0B96BF9}" srcOrd="0" destOrd="0" presId="urn:microsoft.com/office/officeart/2009/layout/CircleArrowProcess"/>
    <dgm:cxn modelId="{A1497FBB-10B5-4B06-A9BB-8C7D6B723EA5}" srcId="{3E1C9ACA-02EC-4D62-B43B-BC48AD11828F}" destId="{D64CAC23-C733-43B3-934A-4E974566C481}" srcOrd="2" destOrd="0" parTransId="{1E514F6C-8023-4924-B80F-F07FFBBD17D5}" sibTransId="{5DA54ECD-5573-4DE1-AC5F-4270071E5CBC}"/>
    <dgm:cxn modelId="{AB0851C0-660E-429B-8B0F-EE98F8575DF6}" type="presOf" srcId="{BDADCD78-9E28-45E0-834F-71BBB5C0C225}" destId="{C936D7AF-CF6D-453B-BF84-B5B33D4EEC65}" srcOrd="0" destOrd="0" presId="urn:microsoft.com/office/officeart/2009/layout/CircleArrowProcess"/>
    <dgm:cxn modelId="{59FD2DCB-DA03-4EBF-B4D7-8D2DC2282C43}" type="presOf" srcId="{D64CAC23-C733-43B3-934A-4E974566C481}" destId="{29B02DD6-02AB-4F8C-A56D-DF985667A416}" srcOrd="0" destOrd="0" presId="urn:microsoft.com/office/officeart/2009/layout/CircleArrowProcess"/>
    <dgm:cxn modelId="{CDFDDD04-90F9-468D-BDDD-A84612044B8F}" type="presParOf" srcId="{3B9E0CD2-B7C9-4BB0-927B-B548A1A5BAFD}" destId="{C1AAF04F-8AF7-4F03-8E27-BF0859685475}" srcOrd="0" destOrd="0" presId="urn:microsoft.com/office/officeart/2009/layout/CircleArrowProcess"/>
    <dgm:cxn modelId="{649092EB-948D-4C28-9602-6DCDAB34C861}" type="presParOf" srcId="{C1AAF04F-8AF7-4F03-8E27-BF0859685475}" destId="{79E54D42-76E9-4A71-8CEE-A1CD748A5604}" srcOrd="0" destOrd="0" presId="urn:microsoft.com/office/officeart/2009/layout/CircleArrowProcess"/>
    <dgm:cxn modelId="{CC678782-A728-4993-9BB7-7D580AF38FAA}" type="presParOf" srcId="{3B9E0CD2-B7C9-4BB0-927B-B548A1A5BAFD}" destId="{FCC545B0-0A47-4178-8B29-88F5C0B96BF9}" srcOrd="1" destOrd="0" presId="urn:microsoft.com/office/officeart/2009/layout/CircleArrowProcess"/>
    <dgm:cxn modelId="{F5F13D50-C850-446F-B08B-B03EF9AFCE7A}" type="presParOf" srcId="{3B9E0CD2-B7C9-4BB0-927B-B548A1A5BAFD}" destId="{D63C4835-BEC6-4D20-901D-8A5EE3ED32AC}" srcOrd="2" destOrd="0" presId="urn:microsoft.com/office/officeart/2009/layout/CircleArrowProcess"/>
    <dgm:cxn modelId="{4834814E-857C-431C-B170-51573FDC979D}" type="presParOf" srcId="{D63C4835-BEC6-4D20-901D-8A5EE3ED32AC}" destId="{7FEE975D-CC39-4E44-B58C-7CBD40BD0FD0}" srcOrd="0" destOrd="0" presId="urn:microsoft.com/office/officeart/2009/layout/CircleArrowProcess"/>
    <dgm:cxn modelId="{03FBB3DD-8B95-47D3-8ED3-86D3BCA57035}" type="presParOf" srcId="{3B9E0CD2-B7C9-4BB0-927B-B548A1A5BAFD}" destId="{C936D7AF-CF6D-453B-BF84-B5B33D4EEC65}" srcOrd="3" destOrd="0" presId="urn:microsoft.com/office/officeart/2009/layout/CircleArrowProcess"/>
    <dgm:cxn modelId="{DBC3CC1B-8982-4E0E-9753-236E055A5D57}" type="presParOf" srcId="{3B9E0CD2-B7C9-4BB0-927B-B548A1A5BAFD}" destId="{42B7DFDC-D039-4EA0-9227-2AF663017229}" srcOrd="4" destOrd="0" presId="urn:microsoft.com/office/officeart/2009/layout/CircleArrowProcess"/>
    <dgm:cxn modelId="{F9079FAE-A920-4EB7-946D-74C8E1BB4658}" type="presParOf" srcId="{42B7DFDC-D039-4EA0-9227-2AF663017229}" destId="{3B4DB4FD-4CC8-4328-9451-5024C3D87367}" srcOrd="0" destOrd="0" presId="urn:microsoft.com/office/officeart/2009/layout/CircleArrowProcess"/>
    <dgm:cxn modelId="{F34B9183-C66B-4021-A508-D5C255246F41}" type="presParOf" srcId="{3B9E0CD2-B7C9-4BB0-927B-B548A1A5BAFD}" destId="{29B02DD6-02AB-4F8C-A56D-DF985667A41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1C9ACA-02EC-4D62-B43B-BC48AD11828F}" type="doc">
      <dgm:prSet loTypeId="urn:microsoft.com/office/officeart/2009/layout/CircleArrowProcess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4E795D-268A-4FE2-BD14-5D51E9CFEECD}">
      <dgm:prSet phldrT="[Text]" phldr="0"/>
      <dgm:spPr/>
      <dgm:t>
        <a:bodyPr/>
        <a:lstStyle/>
        <a:p>
          <a:r>
            <a:rPr lang="en-US" dirty="0"/>
            <a:t>Orchestrator</a:t>
          </a:r>
        </a:p>
      </dgm:t>
    </dgm:pt>
    <dgm:pt modelId="{982181A3-BE46-4798-B273-3EC308B96AA7}" type="parTrans" cxnId="{E2FFBE63-5A32-43F4-AB6D-10582F89C945}">
      <dgm:prSet/>
      <dgm:spPr/>
      <dgm:t>
        <a:bodyPr/>
        <a:lstStyle/>
        <a:p>
          <a:endParaRPr lang="en-US"/>
        </a:p>
      </dgm:t>
    </dgm:pt>
    <dgm:pt modelId="{552FE7DC-FC7F-462C-8DB2-27CC2B203903}" type="sibTrans" cxnId="{E2FFBE63-5A32-43F4-AB6D-10582F89C945}">
      <dgm:prSet/>
      <dgm:spPr/>
      <dgm:t>
        <a:bodyPr/>
        <a:lstStyle/>
        <a:p>
          <a:endParaRPr lang="en-US"/>
        </a:p>
      </dgm:t>
    </dgm:pt>
    <dgm:pt modelId="{BDADCD78-9E28-45E0-834F-71BBB5C0C225}">
      <dgm:prSet phldrT="[Text]" phldr="0"/>
      <dgm:spPr/>
      <dgm:t>
        <a:bodyPr/>
        <a:lstStyle/>
        <a:p>
          <a:r>
            <a:rPr lang="en-US" dirty="0"/>
            <a:t>Agent</a:t>
          </a:r>
        </a:p>
      </dgm:t>
    </dgm:pt>
    <dgm:pt modelId="{747E6BB1-CCD6-496C-AF33-EB17D1CC4ECD}" type="parTrans" cxnId="{09064172-5946-4FB0-939B-68AB6487DD05}">
      <dgm:prSet/>
      <dgm:spPr/>
      <dgm:t>
        <a:bodyPr/>
        <a:lstStyle/>
        <a:p>
          <a:endParaRPr lang="en-US"/>
        </a:p>
      </dgm:t>
    </dgm:pt>
    <dgm:pt modelId="{0A089F08-F801-4F60-9831-5DE8FC988157}" type="sibTrans" cxnId="{09064172-5946-4FB0-939B-68AB6487DD05}">
      <dgm:prSet/>
      <dgm:spPr/>
      <dgm:t>
        <a:bodyPr/>
        <a:lstStyle/>
        <a:p>
          <a:endParaRPr lang="en-US"/>
        </a:p>
      </dgm:t>
    </dgm:pt>
    <dgm:pt modelId="{D64CAC23-C733-43B3-934A-4E974566C481}">
      <dgm:prSet phldrT="[Text]" phldr="0"/>
      <dgm:spPr/>
      <dgm:t>
        <a:bodyPr/>
        <a:lstStyle/>
        <a:p>
          <a:r>
            <a:rPr lang="en-US" dirty="0"/>
            <a:t>Subagent</a:t>
          </a:r>
        </a:p>
      </dgm:t>
    </dgm:pt>
    <dgm:pt modelId="{1E514F6C-8023-4924-B80F-F07FFBBD17D5}" type="parTrans" cxnId="{A1497FBB-10B5-4B06-A9BB-8C7D6B723EA5}">
      <dgm:prSet/>
      <dgm:spPr/>
      <dgm:t>
        <a:bodyPr/>
        <a:lstStyle/>
        <a:p>
          <a:endParaRPr lang="en-US"/>
        </a:p>
      </dgm:t>
    </dgm:pt>
    <dgm:pt modelId="{5DA54ECD-5573-4DE1-AC5F-4270071E5CBC}" type="sibTrans" cxnId="{A1497FBB-10B5-4B06-A9BB-8C7D6B723EA5}">
      <dgm:prSet/>
      <dgm:spPr/>
      <dgm:t>
        <a:bodyPr/>
        <a:lstStyle/>
        <a:p>
          <a:endParaRPr lang="en-US"/>
        </a:p>
      </dgm:t>
    </dgm:pt>
    <dgm:pt modelId="{3B9E0CD2-B7C9-4BB0-927B-B548A1A5BAFD}" type="pres">
      <dgm:prSet presAssocID="{3E1C9ACA-02EC-4D62-B43B-BC48AD11828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1AAF04F-8AF7-4F03-8E27-BF0859685475}" type="pres">
      <dgm:prSet presAssocID="{1E4E795D-268A-4FE2-BD14-5D51E9CFEECD}" presName="Accent1" presStyleCnt="0"/>
      <dgm:spPr/>
    </dgm:pt>
    <dgm:pt modelId="{79E54D42-76E9-4A71-8CEE-A1CD748A5604}" type="pres">
      <dgm:prSet presAssocID="{1E4E795D-268A-4FE2-BD14-5D51E9CFEECD}" presName="Accent" presStyleLbl="node1" presStyleIdx="0" presStyleCnt="3"/>
      <dgm:spPr/>
    </dgm:pt>
    <dgm:pt modelId="{FCC545B0-0A47-4178-8B29-88F5C0B96BF9}" type="pres">
      <dgm:prSet presAssocID="{1E4E795D-268A-4FE2-BD14-5D51E9CFEECD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D63C4835-BEC6-4D20-901D-8A5EE3ED32AC}" type="pres">
      <dgm:prSet presAssocID="{BDADCD78-9E28-45E0-834F-71BBB5C0C225}" presName="Accent2" presStyleCnt="0"/>
      <dgm:spPr/>
    </dgm:pt>
    <dgm:pt modelId="{7FEE975D-CC39-4E44-B58C-7CBD40BD0FD0}" type="pres">
      <dgm:prSet presAssocID="{BDADCD78-9E28-45E0-834F-71BBB5C0C225}" presName="Accent" presStyleLbl="node1" presStyleIdx="1" presStyleCnt="3"/>
      <dgm:spPr/>
    </dgm:pt>
    <dgm:pt modelId="{C936D7AF-CF6D-453B-BF84-B5B33D4EEC65}" type="pres">
      <dgm:prSet presAssocID="{BDADCD78-9E28-45E0-834F-71BBB5C0C225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2B7DFDC-D039-4EA0-9227-2AF663017229}" type="pres">
      <dgm:prSet presAssocID="{D64CAC23-C733-43B3-934A-4E974566C481}" presName="Accent3" presStyleCnt="0"/>
      <dgm:spPr/>
    </dgm:pt>
    <dgm:pt modelId="{3B4DB4FD-4CC8-4328-9451-5024C3D87367}" type="pres">
      <dgm:prSet presAssocID="{D64CAC23-C733-43B3-934A-4E974566C481}" presName="Accent" presStyleLbl="node1" presStyleIdx="2" presStyleCnt="3"/>
      <dgm:spPr/>
    </dgm:pt>
    <dgm:pt modelId="{29B02DD6-02AB-4F8C-A56D-DF985667A416}" type="pres">
      <dgm:prSet presAssocID="{D64CAC23-C733-43B3-934A-4E974566C481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24E15510-C69F-47FD-9637-DE013D8D3C95}" type="presOf" srcId="{3E1C9ACA-02EC-4D62-B43B-BC48AD11828F}" destId="{3B9E0CD2-B7C9-4BB0-927B-B548A1A5BAFD}" srcOrd="0" destOrd="0" presId="urn:microsoft.com/office/officeart/2009/layout/CircleArrowProcess"/>
    <dgm:cxn modelId="{E2FFBE63-5A32-43F4-AB6D-10582F89C945}" srcId="{3E1C9ACA-02EC-4D62-B43B-BC48AD11828F}" destId="{1E4E795D-268A-4FE2-BD14-5D51E9CFEECD}" srcOrd="0" destOrd="0" parTransId="{982181A3-BE46-4798-B273-3EC308B96AA7}" sibTransId="{552FE7DC-FC7F-462C-8DB2-27CC2B203903}"/>
    <dgm:cxn modelId="{09064172-5946-4FB0-939B-68AB6487DD05}" srcId="{3E1C9ACA-02EC-4D62-B43B-BC48AD11828F}" destId="{BDADCD78-9E28-45E0-834F-71BBB5C0C225}" srcOrd="1" destOrd="0" parTransId="{747E6BB1-CCD6-496C-AF33-EB17D1CC4ECD}" sibTransId="{0A089F08-F801-4F60-9831-5DE8FC988157}"/>
    <dgm:cxn modelId="{3F9BFA83-669F-49FD-99B0-B3781ECCC035}" type="presOf" srcId="{1E4E795D-268A-4FE2-BD14-5D51E9CFEECD}" destId="{FCC545B0-0A47-4178-8B29-88F5C0B96BF9}" srcOrd="0" destOrd="0" presId="urn:microsoft.com/office/officeart/2009/layout/CircleArrowProcess"/>
    <dgm:cxn modelId="{A1497FBB-10B5-4B06-A9BB-8C7D6B723EA5}" srcId="{3E1C9ACA-02EC-4D62-B43B-BC48AD11828F}" destId="{D64CAC23-C733-43B3-934A-4E974566C481}" srcOrd="2" destOrd="0" parTransId="{1E514F6C-8023-4924-B80F-F07FFBBD17D5}" sibTransId="{5DA54ECD-5573-4DE1-AC5F-4270071E5CBC}"/>
    <dgm:cxn modelId="{AB0851C0-660E-429B-8B0F-EE98F8575DF6}" type="presOf" srcId="{BDADCD78-9E28-45E0-834F-71BBB5C0C225}" destId="{C936D7AF-CF6D-453B-BF84-B5B33D4EEC65}" srcOrd="0" destOrd="0" presId="urn:microsoft.com/office/officeart/2009/layout/CircleArrowProcess"/>
    <dgm:cxn modelId="{59FD2DCB-DA03-4EBF-B4D7-8D2DC2282C43}" type="presOf" srcId="{D64CAC23-C733-43B3-934A-4E974566C481}" destId="{29B02DD6-02AB-4F8C-A56D-DF985667A416}" srcOrd="0" destOrd="0" presId="urn:microsoft.com/office/officeart/2009/layout/CircleArrowProcess"/>
    <dgm:cxn modelId="{CDFDDD04-90F9-468D-BDDD-A84612044B8F}" type="presParOf" srcId="{3B9E0CD2-B7C9-4BB0-927B-B548A1A5BAFD}" destId="{C1AAF04F-8AF7-4F03-8E27-BF0859685475}" srcOrd="0" destOrd="0" presId="urn:microsoft.com/office/officeart/2009/layout/CircleArrowProcess"/>
    <dgm:cxn modelId="{649092EB-948D-4C28-9602-6DCDAB34C861}" type="presParOf" srcId="{C1AAF04F-8AF7-4F03-8E27-BF0859685475}" destId="{79E54D42-76E9-4A71-8CEE-A1CD748A5604}" srcOrd="0" destOrd="0" presId="urn:microsoft.com/office/officeart/2009/layout/CircleArrowProcess"/>
    <dgm:cxn modelId="{CC678782-A728-4993-9BB7-7D580AF38FAA}" type="presParOf" srcId="{3B9E0CD2-B7C9-4BB0-927B-B548A1A5BAFD}" destId="{FCC545B0-0A47-4178-8B29-88F5C0B96BF9}" srcOrd="1" destOrd="0" presId="urn:microsoft.com/office/officeart/2009/layout/CircleArrowProcess"/>
    <dgm:cxn modelId="{F5F13D50-C850-446F-B08B-B03EF9AFCE7A}" type="presParOf" srcId="{3B9E0CD2-B7C9-4BB0-927B-B548A1A5BAFD}" destId="{D63C4835-BEC6-4D20-901D-8A5EE3ED32AC}" srcOrd="2" destOrd="0" presId="urn:microsoft.com/office/officeart/2009/layout/CircleArrowProcess"/>
    <dgm:cxn modelId="{4834814E-857C-431C-B170-51573FDC979D}" type="presParOf" srcId="{D63C4835-BEC6-4D20-901D-8A5EE3ED32AC}" destId="{7FEE975D-CC39-4E44-B58C-7CBD40BD0FD0}" srcOrd="0" destOrd="0" presId="urn:microsoft.com/office/officeart/2009/layout/CircleArrowProcess"/>
    <dgm:cxn modelId="{03FBB3DD-8B95-47D3-8ED3-86D3BCA57035}" type="presParOf" srcId="{3B9E0CD2-B7C9-4BB0-927B-B548A1A5BAFD}" destId="{C936D7AF-CF6D-453B-BF84-B5B33D4EEC65}" srcOrd="3" destOrd="0" presId="urn:microsoft.com/office/officeart/2009/layout/CircleArrowProcess"/>
    <dgm:cxn modelId="{DBC3CC1B-8982-4E0E-9753-236E055A5D57}" type="presParOf" srcId="{3B9E0CD2-B7C9-4BB0-927B-B548A1A5BAFD}" destId="{42B7DFDC-D039-4EA0-9227-2AF663017229}" srcOrd="4" destOrd="0" presId="urn:microsoft.com/office/officeart/2009/layout/CircleArrowProcess"/>
    <dgm:cxn modelId="{F9079FAE-A920-4EB7-946D-74C8E1BB4658}" type="presParOf" srcId="{42B7DFDC-D039-4EA0-9227-2AF663017229}" destId="{3B4DB4FD-4CC8-4328-9451-5024C3D87367}" srcOrd="0" destOrd="0" presId="urn:microsoft.com/office/officeart/2009/layout/CircleArrowProcess"/>
    <dgm:cxn modelId="{F34B9183-C66B-4021-A508-D5C255246F41}" type="presParOf" srcId="{3B9E0CD2-B7C9-4BB0-927B-B548A1A5BAFD}" destId="{29B02DD6-02AB-4F8C-A56D-DF985667A41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54D42-76E9-4A71-8CEE-A1CD748A5604}">
      <dsp:nvSpPr>
        <dsp:cNvPr id="0" name=""/>
        <dsp:cNvSpPr/>
      </dsp:nvSpPr>
      <dsp:spPr>
        <a:xfrm>
          <a:off x="1969597" y="0"/>
          <a:ext cx="1933914" cy="193420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C545B0-0A47-4178-8B29-88F5C0B96BF9}">
      <dsp:nvSpPr>
        <dsp:cNvPr id="0" name=""/>
        <dsp:cNvSpPr/>
      </dsp:nvSpPr>
      <dsp:spPr>
        <a:xfrm>
          <a:off x="2397056" y="698308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Orchestrator</a:t>
          </a:r>
        </a:p>
      </dsp:txBody>
      <dsp:txXfrm>
        <a:off x="2397056" y="698308"/>
        <a:ext cx="1074639" cy="537190"/>
      </dsp:txXfrm>
    </dsp:sp>
    <dsp:sp modelId="{7FEE975D-CC39-4E44-B58C-7CBD40BD0FD0}">
      <dsp:nvSpPr>
        <dsp:cNvPr id="0" name=""/>
        <dsp:cNvSpPr/>
      </dsp:nvSpPr>
      <dsp:spPr>
        <a:xfrm>
          <a:off x="1432459" y="1111346"/>
          <a:ext cx="1933914" cy="193420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36D7AF-CF6D-453B-BF84-B5B33D4EEC65}">
      <dsp:nvSpPr>
        <dsp:cNvPr id="0" name=""/>
        <dsp:cNvSpPr/>
      </dsp:nvSpPr>
      <dsp:spPr>
        <a:xfrm>
          <a:off x="1862097" y="1816083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Agent</a:t>
          </a:r>
        </a:p>
      </dsp:txBody>
      <dsp:txXfrm>
        <a:off x="1862097" y="1816083"/>
        <a:ext cx="1074639" cy="537190"/>
      </dsp:txXfrm>
    </dsp:sp>
    <dsp:sp modelId="{3B4DB4FD-4CC8-4328-9451-5024C3D87367}">
      <dsp:nvSpPr>
        <dsp:cNvPr id="0" name=""/>
        <dsp:cNvSpPr/>
      </dsp:nvSpPr>
      <dsp:spPr>
        <a:xfrm>
          <a:off x="2107241" y="2355684"/>
          <a:ext cx="1661532" cy="166219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B02DD6-02AB-4F8C-A56D-DF985667A416}">
      <dsp:nvSpPr>
        <dsp:cNvPr id="0" name=""/>
        <dsp:cNvSpPr/>
      </dsp:nvSpPr>
      <dsp:spPr>
        <a:xfrm>
          <a:off x="2399598" y="2935465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Subagent</a:t>
          </a:r>
        </a:p>
      </dsp:txBody>
      <dsp:txXfrm>
        <a:off x="2399598" y="2935465"/>
        <a:ext cx="1074639" cy="5371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54D42-76E9-4A71-8CEE-A1CD748A5604}">
      <dsp:nvSpPr>
        <dsp:cNvPr id="0" name=""/>
        <dsp:cNvSpPr/>
      </dsp:nvSpPr>
      <dsp:spPr>
        <a:xfrm>
          <a:off x="1969597" y="0"/>
          <a:ext cx="1933914" cy="193420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C545B0-0A47-4178-8B29-88F5C0B96BF9}">
      <dsp:nvSpPr>
        <dsp:cNvPr id="0" name=""/>
        <dsp:cNvSpPr/>
      </dsp:nvSpPr>
      <dsp:spPr>
        <a:xfrm>
          <a:off x="2397056" y="698308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Orchestrator</a:t>
          </a:r>
        </a:p>
      </dsp:txBody>
      <dsp:txXfrm>
        <a:off x="2397056" y="698308"/>
        <a:ext cx="1074639" cy="537190"/>
      </dsp:txXfrm>
    </dsp:sp>
    <dsp:sp modelId="{7FEE975D-CC39-4E44-B58C-7CBD40BD0FD0}">
      <dsp:nvSpPr>
        <dsp:cNvPr id="0" name=""/>
        <dsp:cNvSpPr/>
      </dsp:nvSpPr>
      <dsp:spPr>
        <a:xfrm>
          <a:off x="1432459" y="1111346"/>
          <a:ext cx="1933914" cy="193420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36D7AF-CF6D-453B-BF84-B5B33D4EEC65}">
      <dsp:nvSpPr>
        <dsp:cNvPr id="0" name=""/>
        <dsp:cNvSpPr/>
      </dsp:nvSpPr>
      <dsp:spPr>
        <a:xfrm>
          <a:off x="1862097" y="1816083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Agent</a:t>
          </a:r>
        </a:p>
      </dsp:txBody>
      <dsp:txXfrm>
        <a:off x="1862097" y="1816083"/>
        <a:ext cx="1074639" cy="537190"/>
      </dsp:txXfrm>
    </dsp:sp>
    <dsp:sp modelId="{3B4DB4FD-4CC8-4328-9451-5024C3D87367}">
      <dsp:nvSpPr>
        <dsp:cNvPr id="0" name=""/>
        <dsp:cNvSpPr/>
      </dsp:nvSpPr>
      <dsp:spPr>
        <a:xfrm>
          <a:off x="2107241" y="2355684"/>
          <a:ext cx="1661532" cy="166219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B02DD6-02AB-4F8C-A56D-DF985667A416}">
      <dsp:nvSpPr>
        <dsp:cNvPr id="0" name=""/>
        <dsp:cNvSpPr/>
      </dsp:nvSpPr>
      <dsp:spPr>
        <a:xfrm>
          <a:off x="2399598" y="2935465"/>
          <a:ext cx="1074639" cy="5371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Subagent</a:t>
          </a:r>
        </a:p>
      </dsp:txBody>
      <dsp:txXfrm>
        <a:off x="2399598" y="2935465"/>
        <a:ext cx="1074639" cy="537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13F51-A63B-4EA7-AD93-B5CAADF1B80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7D631-ADF8-43F4-B1AA-2C50E12CD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7D631-ADF8-43F4-B1AA-2C50E12CD2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0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7D631-ADF8-43F4-B1AA-2C50E12CD2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8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5CED-1C4B-EF41-C9C5-7FF3BE07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05919-43DD-81DA-F902-D4CF6D304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9F712-DEAB-BD09-7336-78FB2BCEF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8B942-D231-B2B6-1B59-2EA96128C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7D631-ADF8-43F4-B1AA-2C50E12CD2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95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1519-B934-0A83-00B6-7F165B17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8DC88D-4015-3170-DF16-2132E9F93E88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64AFD1-5837-75D6-4577-11C9206F4F55}"/>
              </a:ext>
            </a:extLst>
          </p:cNvPr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F5F544-8CF2-C02E-64DE-9A3B32A8DBDE}"/>
              </a:ext>
            </a:extLst>
          </p:cNvPr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A09902-BB29-0653-0BFD-85E1F84CE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94133"/>
              </p:ext>
            </p:extLst>
          </p:nvPr>
        </p:nvGraphicFramePr>
        <p:xfrm>
          <a:off x="-777240" y="1558635"/>
          <a:ext cx="5335972" cy="4017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C3A5A55F-5BFA-8EC3-94A4-4D95D255511B}"/>
              </a:ext>
            </a:extLst>
          </p:cNvPr>
          <p:cNvSpPr/>
          <p:nvPr/>
        </p:nvSpPr>
        <p:spPr>
          <a:xfrm>
            <a:off x="5349239" y="2606040"/>
            <a:ext cx="5868786" cy="2157153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ROCKY MIGRATION ORCHESTRATOR</a:t>
            </a:r>
          </a:p>
          <a:p>
            <a:pPr algn="ctr"/>
            <a:r>
              <a:rPr lang="en-US" dirty="0"/>
              <a:t>Version 1.0</a:t>
            </a:r>
          </a:p>
        </p:txBody>
      </p:sp>
    </p:spTree>
    <p:extLst>
      <p:ext uri="{BB962C8B-B14F-4D97-AF65-F5344CB8AC3E}">
        <p14:creationId xmlns:p14="http://schemas.microsoft.com/office/powerpoint/2010/main" val="395855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We Need the Rocky Migration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E8F7"/>
                </a:solidFill>
              </a:rPr>
              <a:t>Automating complex, multi-dependency Rocky Linux 8.10 migration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4173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417320"/>
            <a:ext cx="3611880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45389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 &amp;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801368"/>
            <a:ext cx="338328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1</a:t>
            </a:r>
            <a:r>
              <a:rPr lang="en-US" dirty="0"/>
              <a:t>60</a:t>
            </a:r>
            <a:r>
              <a:rPr dirty="0"/>
              <a:t>+ TMOS </a:t>
            </a:r>
            <a:r>
              <a:rPr lang="en-US" dirty="0"/>
              <a:t>daemons/applications</a:t>
            </a:r>
            <a:r>
              <a:rPr dirty="0"/>
              <a:t> with deep dependency chains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Manual, ad-hoc migration leads to breakage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Dependency order must be strictly respected</a:t>
            </a:r>
            <a:endParaRPr lang="en-US" dirty="0"/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lang="en-US" dirty="0"/>
              <a:t>Increase in wait time due to dependency from another team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087368" y="14173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87368" y="1417320"/>
            <a:ext cx="3611880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97096" y="145389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Concurrency &amp;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3" y="1801368"/>
            <a:ext cx="3383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t>Multiple engineers and agents run in parallel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t>Shared status files risk corruption without locking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t>A missed dependency can stall an entire product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4424" y="14173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64424" y="1417320"/>
            <a:ext cx="3611880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145389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Traceability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01368"/>
            <a:ext cx="3383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Every change needs a Perforce CL &amp; Review Board draft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Progress </a:t>
            </a:r>
            <a:r>
              <a:rPr lang="en-US" dirty="0"/>
              <a:t>must be </a:t>
            </a:r>
            <a:r>
              <a:rPr dirty="0"/>
              <a:t>visible to the whole team in real time</a:t>
            </a:r>
          </a:p>
          <a:p>
            <a:pPr>
              <a:spcAft>
                <a:spcPts val="400"/>
              </a:spcAft>
              <a:defRPr sz="1150">
                <a:solidFill>
                  <a:srgbClr val="1A1A2E"/>
                </a:solidFill>
              </a:defRPr>
            </a:pPr>
            <a:r>
              <a:rPr dirty="0"/>
              <a:t>Timestamps and owners </a:t>
            </a:r>
            <a:r>
              <a:rPr lang="en-US" dirty="0"/>
              <a:t>must be </a:t>
            </a:r>
            <a:r>
              <a:rPr dirty="0"/>
              <a:t>recorded for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163056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8F7"/>
                </a:solidFill>
              </a:rPr>
              <a:t>Result without automation: weeks of error-prone manual work, broken builds, and lost audit trails.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Rocky Migration Orchestrator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E8F7"/>
                </a:solidFill>
              </a:rPr>
              <a:t>Two operating modes — Query &amp; Migrate — covering the full migration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37160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371600"/>
            <a:ext cx="544068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3990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Query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847088"/>
            <a:ext cx="5212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List ALL daemons/applications with full status breakdown
• Filter by status: NotStarted · InProgress · Completed · NotApplicable
• Shows owner, start time, end time, and migration duration
• Saves formatted Markdown report to output/query_resp/
• Concurrent-safe: locks shared status file before every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371600"/>
            <a:ext cx="583387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5833872" cy="384048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3990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Migration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847088"/>
            <a:ext cx="5577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Validates module name in daemons/apps registry &amp; build system
• Generates full dependency tree (show-parallel-levels)
• Checks Rocky status for every dependency in the tree
• Migrates level-by-level: lower dependencies first
• Invokes tmos_rocky_migrator for each NotStarted module
• Verifies RPM generation; retries or pauses on failure
• Creates a dedicated Perforce CL per module
• Posts Review Board draft, then submits the CL
• Updates InProgress → Completed only after successful submit
• Generates a full orchestration report with CL/RB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24612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222"/>
                </a:solidFill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1 /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Use the Rocky Migration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E8F7"/>
                </a:solidFill>
              </a:rPr>
              <a:t>Start a VS Code Copilot chat session — no scripts to run manually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389888"/>
            <a:ext cx="3291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389888"/>
            <a:ext cx="3291840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426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773936"/>
            <a:ext cx="306324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Workspace synced with Perforce depot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Build system accessible (./build, ./show-parallel-levels)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/vol/3/share/</a:t>
            </a:r>
            <a:r>
              <a:rPr lang="en-US" dirty="0" err="1"/>
              <a:t>rocky_migration</a:t>
            </a:r>
            <a:r>
              <a:rPr dirty="0"/>
              <a:t>/ mounted and writable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python3 available for file locking script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/build/cm/bin/post reachable (Review Board posting)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rPr dirty="0"/>
              <a:t>✔  Agent: rocky-migration-</a:t>
            </a:r>
            <a:r>
              <a:rPr dirty="0" err="1"/>
              <a:t>orchestor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703320" y="1389888"/>
            <a:ext cx="82936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3320" y="1389888"/>
            <a:ext cx="8293608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58768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Usage — Prompt Examples &amp;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82880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9624" y="183794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828800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List available migrations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011680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"Show all daemons and applications"  →  Displays the full status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487168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9624" y="2496311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487168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Pick a target to migrate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670048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"List not-started applications"  →  Filter by status, sorted by priority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145536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9624" y="315467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145536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Start 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3328416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"Migrate TMOS module &lt;build_system_name&gt; to Rocky Linux"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803904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9624" y="38130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803904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Monitor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986784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Agent logs every step to logs/orchestor_&lt;name&gt;_&lt;ts&gt;/orchestor_run.log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462272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9624" y="447141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462272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Review &amp; 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4645152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Agent creates a Perforce CL, posts Review Board draft, and submits automatically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512064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9624" y="51297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5120640"/>
            <a:ext cx="745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Get the final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5303520"/>
            <a:ext cx="7452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Report saved to output/orchestor_&lt;name&gt;_&lt;ts&gt;/orchestor_report_&lt;name&gt;.md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163056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E8F7"/>
                </a:solidFill>
              </a:rPr>
              <a:t>Tip: if a module is already InProgress or Completed the agent will notify you and suggest alternatives from the NotStarted list.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07556-F7B1-2646-27D1-52BA5C22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AC2F67-E990-E791-B3C6-6D840FCC8C59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6A05F-A1E0-B1BA-1FD8-EE128FD2EC8F}"/>
              </a:ext>
            </a:extLst>
          </p:cNvPr>
          <p:cNvSpPr txBox="1"/>
          <p:nvPr/>
        </p:nvSpPr>
        <p:spPr>
          <a:xfrm>
            <a:off x="228600" y="731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Added Features 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73625-26BD-73F7-A8E6-D4163523D164}"/>
              </a:ext>
            </a:extLst>
          </p:cNvPr>
          <p:cNvSpPr/>
          <p:nvPr/>
        </p:nvSpPr>
        <p:spPr>
          <a:xfrm>
            <a:off x="931008" y="1389888"/>
            <a:ext cx="82936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2B55F5-4259-6036-1EEC-B7AFC8F0A34B}"/>
              </a:ext>
            </a:extLst>
          </p:cNvPr>
          <p:cNvSpPr/>
          <p:nvPr/>
        </p:nvSpPr>
        <p:spPr>
          <a:xfrm>
            <a:off x="931008" y="1389888"/>
            <a:ext cx="8293608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0C8486-2057-3D46-F50E-BD36A3019C2A}"/>
              </a:ext>
            </a:extLst>
          </p:cNvPr>
          <p:cNvSpPr txBox="1"/>
          <p:nvPr/>
        </p:nvSpPr>
        <p:spPr>
          <a:xfrm>
            <a:off x="1086456" y="1417320"/>
            <a:ext cx="8046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</a:rPr>
              <a:t>New/Enhanced Functionality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DF4FF2-23BA-2F18-EEEA-BE58C1701C5B}"/>
              </a:ext>
            </a:extLst>
          </p:cNvPr>
          <p:cNvSpPr/>
          <p:nvPr/>
        </p:nvSpPr>
        <p:spPr>
          <a:xfrm>
            <a:off x="1068168" y="182880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C016DD-9206-E1AF-BB40-5E78855722A0}"/>
              </a:ext>
            </a:extLst>
          </p:cNvPr>
          <p:cNvSpPr txBox="1"/>
          <p:nvPr/>
        </p:nvSpPr>
        <p:spPr>
          <a:xfrm>
            <a:off x="1077312" y="183794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1CAB6-8F6E-EA12-30A2-84E88E200B5A}"/>
              </a:ext>
            </a:extLst>
          </p:cNvPr>
          <p:cNvSpPr txBox="1"/>
          <p:nvPr/>
        </p:nvSpPr>
        <p:spPr>
          <a:xfrm>
            <a:off x="1507080" y="1828800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Improved Logging and Reporting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F1281-0D2D-9B6A-9DB0-2F77A66A987C}"/>
              </a:ext>
            </a:extLst>
          </p:cNvPr>
          <p:cNvSpPr/>
          <p:nvPr/>
        </p:nvSpPr>
        <p:spPr>
          <a:xfrm>
            <a:off x="1068168" y="2487168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D88C26-966B-7320-9103-953423451A03}"/>
              </a:ext>
            </a:extLst>
          </p:cNvPr>
          <p:cNvSpPr txBox="1"/>
          <p:nvPr/>
        </p:nvSpPr>
        <p:spPr>
          <a:xfrm>
            <a:off x="1077312" y="2496311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4887D-DF84-C066-9B85-2FF474197F9F}"/>
              </a:ext>
            </a:extLst>
          </p:cNvPr>
          <p:cNvSpPr txBox="1"/>
          <p:nvPr/>
        </p:nvSpPr>
        <p:spPr>
          <a:xfrm>
            <a:off x="1507080" y="2487168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Self Healer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0CD189-65E2-D984-18A3-794ECC31680D}"/>
              </a:ext>
            </a:extLst>
          </p:cNvPr>
          <p:cNvSpPr/>
          <p:nvPr/>
        </p:nvSpPr>
        <p:spPr>
          <a:xfrm>
            <a:off x="1068168" y="3145536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228A2C-C4E1-95AA-190C-D931C36296C3}"/>
              </a:ext>
            </a:extLst>
          </p:cNvPr>
          <p:cNvSpPr txBox="1"/>
          <p:nvPr/>
        </p:nvSpPr>
        <p:spPr>
          <a:xfrm>
            <a:off x="1077312" y="315467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AB42A-8574-8D35-7240-E3FC2515C869}"/>
              </a:ext>
            </a:extLst>
          </p:cNvPr>
          <p:cNvSpPr txBox="1"/>
          <p:nvPr/>
        </p:nvSpPr>
        <p:spPr>
          <a:xfrm>
            <a:off x="1507080" y="3145536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B3A6B"/>
                </a:solidFill>
              </a:rPr>
              <a:t>Start and End timestamp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B11162-6D05-A045-D536-D1A14DD91D3E}"/>
              </a:ext>
            </a:extLst>
          </p:cNvPr>
          <p:cNvSpPr/>
          <p:nvPr/>
        </p:nvSpPr>
        <p:spPr>
          <a:xfrm>
            <a:off x="1068168" y="3803904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D19D70-7D19-13B0-15AE-9C36334FF2F8}"/>
              </a:ext>
            </a:extLst>
          </p:cNvPr>
          <p:cNvSpPr txBox="1"/>
          <p:nvPr/>
        </p:nvSpPr>
        <p:spPr>
          <a:xfrm>
            <a:off x="1077312" y="38130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A3FDA1-14E5-344D-20C2-10A80D2A2315}"/>
              </a:ext>
            </a:extLst>
          </p:cNvPr>
          <p:cNvSpPr txBox="1"/>
          <p:nvPr/>
        </p:nvSpPr>
        <p:spPr>
          <a:xfrm>
            <a:off x="1507080" y="3803904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Ownership for modules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4A0891-0581-8788-C4F0-73769E720F1D}"/>
              </a:ext>
            </a:extLst>
          </p:cNvPr>
          <p:cNvSpPr/>
          <p:nvPr/>
        </p:nvSpPr>
        <p:spPr>
          <a:xfrm>
            <a:off x="1068168" y="4462272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D9CC6F-808A-E0D9-2E9F-6E96A9AB1A8B}"/>
              </a:ext>
            </a:extLst>
          </p:cNvPr>
          <p:cNvSpPr txBox="1"/>
          <p:nvPr/>
        </p:nvSpPr>
        <p:spPr>
          <a:xfrm>
            <a:off x="1077312" y="447141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A1BED-B0D3-858B-CD4C-10F3EEBE4573}"/>
              </a:ext>
            </a:extLst>
          </p:cNvPr>
          <p:cNvSpPr txBox="1"/>
          <p:nvPr/>
        </p:nvSpPr>
        <p:spPr>
          <a:xfrm>
            <a:off x="1507080" y="4462272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B3A6B"/>
                </a:solidFill>
              </a:rPr>
              <a:t>New SKILL for my-</a:t>
            </a:r>
            <a:r>
              <a:rPr lang="en-US" sz="1200" b="1" dirty="0" err="1">
                <a:solidFill>
                  <a:srgbClr val="1B3A6B"/>
                </a:solidFill>
              </a:rPr>
              <a:t>sql</a:t>
            </a:r>
            <a:r>
              <a:rPr lang="en-US" sz="1200" b="1" dirty="0">
                <a:solidFill>
                  <a:srgbClr val="1B3A6B"/>
                </a:solidFill>
              </a:rPr>
              <a:t>-connector to </a:t>
            </a:r>
            <a:r>
              <a:rPr lang="en-US" sz="1200" b="1" dirty="0" err="1">
                <a:solidFill>
                  <a:srgbClr val="1B3A6B"/>
                </a:solidFill>
              </a:rPr>
              <a:t>mariadb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D0D203-1BE3-27BA-6CE8-96D1BEF4132B}"/>
              </a:ext>
            </a:extLst>
          </p:cNvPr>
          <p:cNvSpPr/>
          <p:nvPr/>
        </p:nvSpPr>
        <p:spPr>
          <a:xfrm>
            <a:off x="1068168" y="512064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FA5585-CEAD-F7AF-A189-071BDA870C70}"/>
              </a:ext>
            </a:extLst>
          </p:cNvPr>
          <p:cNvSpPr txBox="1"/>
          <p:nvPr/>
        </p:nvSpPr>
        <p:spPr>
          <a:xfrm>
            <a:off x="1077312" y="51297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58D7B7-796E-A14F-D136-198E73332345}"/>
              </a:ext>
            </a:extLst>
          </p:cNvPr>
          <p:cNvSpPr txBox="1"/>
          <p:nvPr/>
        </p:nvSpPr>
        <p:spPr>
          <a:xfrm>
            <a:off x="1507080" y="5120640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BE0643-3DB7-F39A-A693-51A613068F03}"/>
              </a:ext>
            </a:extLst>
          </p:cNvPr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DB78E3-E59C-D60C-CD9A-16B9330CC2AB}"/>
              </a:ext>
            </a:extLst>
          </p:cNvPr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399294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79CE-972D-C3DD-858F-EF1D0F18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DCF468-1953-2CF8-D59A-6C5540846C7D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83F98-7E30-72F6-1D55-2E9B327DAC51}"/>
              </a:ext>
            </a:extLst>
          </p:cNvPr>
          <p:cNvSpPr txBox="1"/>
          <p:nvPr/>
        </p:nvSpPr>
        <p:spPr>
          <a:xfrm>
            <a:off x="228600" y="731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Checklists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81F91-AC23-38D7-0FBB-C4771C27E6A9}"/>
              </a:ext>
            </a:extLst>
          </p:cNvPr>
          <p:cNvSpPr/>
          <p:nvPr/>
        </p:nvSpPr>
        <p:spPr>
          <a:xfrm>
            <a:off x="201167" y="1310917"/>
            <a:ext cx="8909581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B957C-91EC-FA40-CAE2-F037FA431254}"/>
              </a:ext>
            </a:extLst>
          </p:cNvPr>
          <p:cNvSpPr/>
          <p:nvPr/>
        </p:nvSpPr>
        <p:spPr>
          <a:xfrm>
            <a:off x="201168" y="1310917"/>
            <a:ext cx="3291840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F82C7-AE5F-AA0B-DA3E-EE6AF0A18EE7}"/>
              </a:ext>
            </a:extLst>
          </p:cNvPr>
          <p:cNvSpPr txBox="1"/>
          <p:nvPr/>
        </p:nvSpPr>
        <p:spPr>
          <a:xfrm>
            <a:off x="310896" y="1347493"/>
            <a:ext cx="3108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</a:rPr>
              <a:t>Checklists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B14C3-FE61-E465-F73E-C7B1CD944961}"/>
              </a:ext>
            </a:extLst>
          </p:cNvPr>
          <p:cNvSpPr txBox="1"/>
          <p:nvPr/>
        </p:nvSpPr>
        <p:spPr>
          <a:xfrm>
            <a:off x="329184" y="1694965"/>
            <a:ext cx="8744158" cy="438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Create new workspace or use existing workspace.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For existing workspace, </a:t>
            </a:r>
            <a:r>
              <a:rPr lang="en-GB" sz="1100" dirty="0"/>
              <a:t>Workspace synced with Perforce depot</a:t>
            </a:r>
            <a:endParaRPr lang="en-GB" sz="1100" dirty="0">
              <a:solidFill>
                <a:srgbClr val="1A1A2E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If not already done, update client view [p4 client --&gt; add the line ["//depot/</a:t>
            </a:r>
            <a:r>
              <a:rPr lang="en-GB" sz="1100" dirty="0" err="1">
                <a:solidFill>
                  <a:srgbClr val="1A1A2E"/>
                </a:solidFill>
              </a:rPr>
              <a:t>tmos</a:t>
            </a:r>
            <a:r>
              <a:rPr lang="en-GB" sz="1100" dirty="0">
                <a:solidFill>
                  <a:srgbClr val="1A1A2E"/>
                </a:solidFill>
              </a:rPr>
              <a:t>/rocky-sandbox/ai-agents/... //&lt;client view name&gt;/ai-agents/..."] as the second line under "view:" section. Then execute "p4 sync; p4 resolve". This should get the ai-agents directory in the top directory of the workspace.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If not already done, map the agents from ai-agents path to make them visible in the co-pilot chat </a:t>
            </a:r>
            <a:r>
              <a:rPr lang="en-GB" sz="1100" dirty="0" err="1">
                <a:solidFill>
                  <a:srgbClr val="1A1A2E"/>
                </a:solidFill>
              </a:rPr>
              <a:t>promot</a:t>
            </a:r>
            <a:r>
              <a:rPr lang="en-GB" sz="1100" dirty="0">
                <a:solidFill>
                  <a:srgbClr val="1A1A2E"/>
                </a:solidFill>
              </a:rPr>
              <a:t> execute the script from the top directory "./ai-agents/ai-agent-mapper.sh". This creates </a:t>
            </a:r>
            <a:r>
              <a:rPr lang="en-GB" sz="1100" dirty="0" err="1">
                <a:solidFill>
                  <a:srgbClr val="1A1A2E"/>
                </a:solidFill>
              </a:rPr>
              <a:t>softlink</a:t>
            </a:r>
            <a:r>
              <a:rPr lang="en-GB" sz="1100" dirty="0">
                <a:solidFill>
                  <a:srgbClr val="1A1A2E"/>
                </a:solidFill>
              </a:rPr>
              <a:t> to all the available agents in the path $(TOPDIR)/.</a:t>
            </a:r>
            <a:r>
              <a:rPr lang="en-GB" sz="1100" dirty="0" err="1">
                <a:solidFill>
                  <a:srgbClr val="1A1A2E"/>
                </a:solidFill>
              </a:rPr>
              <a:t>github</a:t>
            </a:r>
            <a:r>
              <a:rPr lang="en-GB" sz="1100" dirty="0">
                <a:solidFill>
                  <a:srgbClr val="1A1A2E"/>
                </a:solidFill>
              </a:rPr>
              <a:t>/agents.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Create </a:t>
            </a:r>
            <a:r>
              <a:rPr lang="en-GB" sz="1100" dirty="0" err="1">
                <a:solidFill>
                  <a:srgbClr val="1A1A2E"/>
                </a:solidFill>
              </a:rPr>
              <a:t>softlink</a:t>
            </a:r>
            <a:r>
              <a:rPr lang="en-GB" sz="1100" dirty="0">
                <a:solidFill>
                  <a:srgbClr val="1A1A2E"/>
                </a:solidFill>
              </a:rPr>
              <a:t> for the dependency generator script at the top directory using the command "ln -sf ai-agents/common/scripts/show-parallel-levels </a:t>
            </a:r>
            <a:r>
              <a:rPr lang="en-GB" sz="1100" dirty="0" err="1">
                <a:solidFill>
                  <a:srgbClr val="1A1A2E"/>
                </a:solidFill>
              </a:rPr>
              <a:t>show-parallel-levels</a:t>
            </a:r>
            <a:r>
              <a:rPr lang="en-GB" sz="1100" dirty="0">
                <a:solidFill>
                  <a:srgbClr val="1A1A2E"/>
                </a:solidFill>
              </a:rPr>
              <a:t>“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For new workspace, compile the code for </a:t>
            </a:r>
            <a:r>
              <a:rPr lang="en-GB" sz="1100" dirty="0" err="1">
                <a:solidFill>
                  <a:srgbClr val="1A1A2E"/>
                </a:solidFill>
              </a:rPr>
              <a:t>libcavetests</a:t>
            </a:r>
            <a:r>
              <a:rPr lang="en-GB" sz="1100" dirty="0">
                <a:solidFill>
                  <a:srgbClr val="1A1A2E"/>
                </a:solidFill>
              </a:rPr>
              <a:t> and </a:t>
            </a:r>
            <a:r>
              <a:rPr lang="en-GB" sz="1100" dirty="0" err="1">
                <a:solidFill>
                  <a:srgbClr val="1A1A2E"/>
                </a:solidFill>
              </a:rPr>
              <a:t>mariadb</a:t>
            </a:r>
            <a:r>
              <a:rPr lang="en-GB" sz="1100" dirty="0">
                <a:solidFill>
                  <a:srgbClr val="1A1A2E"/>
                </a:solidFill>
              </a:rPr>
              <a:t> module. This is to avoid compilation of some of the common dependent modules by agent during the migration process. 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Check if you have read and write access to the files /vol/3/share/</a:t>
            </a:r>
            <a:r>
              <a:rPr lang="en-GB" sz="1100" dirty="0" err="1">
                <a:solidFill>
                  <a:srgbClr val="1A1A2E"/>
                </a:solidFill>
              </a:rPr>
              <a:t>rocky_migration</a:t>
            </a:r>
            <a:r>
              <a:rPr lang="en-GB" sz="1100" dirty="0">
                <a:solidFill>
                  <a:srgbClr val="1A1A2E"/>
                </a:solidFill>
              </a:rPr>
              <a:t>/rocky_status.txt and /vol/3/share/</a:t>
            </a:r>
            <a:r>
              <a:rPr lang="en-GB" sz="1100" dirty="0" err="1">
                <a:solidFill>
                  <a:srgbClr val="1A1A2E"/>
                </a:solidFill>
              </a:rPr>
              <a:t>rocky_migration</a:t>
            </a:r>
            <a:r>
              <a:rPr lang="en-GB" sz="1100" dirty="0">
                <a:solidFill>
                  <a:srgbClr val="1A1A2E"/>
                </a:solidFill>
              </a:rPr>
              <a:t>/daemons_apps_status.txt. Kindly revert back the changes after testing the access. Suggest not to edit the existing row but add some dummy row to check the write access.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Make sure that dependent modules of the chosen Daemons/Applications for migration does not need any migration of </a:t>
            </a:r>
            <a:r>
              <a:rPr lang="en-GB" sz="1100" dirty="0" err="1">
                <a:solidFill>
                  <a:srgbClr val="1A1A2E"/>
                </a:solidFill>
              </a:rPr>
              <a:t>baseOS</a:t>
            </a:r>
            <a:r>
              <a:rPr lang="en-GB" sz="1100" dirty="0">
                <a:solidFill>
                  <a:srgbClr val="1A1A2E"/>
                </a:solidFill>
              </a:rPr>
              <a:t> package and third-party packages that needs any version upgrade for rocky. This needs to be done by Human.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100" dirty="0">
                <a:solidFill>
                  <a:srgbClr val="1A1A2E"/>
                </a:solidFill>
              </a:rPr>
              <a:t>Read/Write permission for the respective perforce branch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8C79AD-649B-7043-CA01-615C535719BB}"/>
              </a:ext>
            </a:extLst>
          </p:cNvPr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CE9E35-FDD5-0526-6CA8-BFDF68B5AEC6}"/>
              </a:ext>
            </a:extLst>
          </p:cNvPr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408465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4228-2E9D-00F8-B097-8652E756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B78B7C-4FDB-92FE-5BC9-795B26DDDB28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BBB54-A124-3F36-8994-BF6E5F0BBD55}"/>
              </a:ext>
            </a:extLst>
          </p:cNvPr>
          <p:cNvSpPr txBox="1"/>
          <p:nvPr/>
        </p:nvSpPr>
        <p:spPr>
          <a:xfrm>
            <a:off x="228600" y="731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Requisites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05873-0E71-551E-C415-5737B1EB4A28}"/>
              </a:ext>
            </a:extLst>
          </p:cNvPr>
          <p:cNvSpPr/>
          <p:nvPr/>
        </p:nvSpPr>
        <p:spPr>
          <a:xfrm>
            <a:off x="931008" y="1389888"/>
            <a:ext cx="82936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5EF66C-EAB1-858C-2E43-A5BBC3A5D107}"/>
              </a:ext>
            </a:extLst>
          </p:cNvPr>
          <p:cNvSpPr/>
          <p:nvPr/>
        </p:nvSpPr>
        <p:spPr>
          <a:xfrm>
            <a:off x="931008" y="1389888"/>
            <a:ext cx="8293608" cy="329184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EA5B6-9176-DA09-0275-1B20C4CCA4C8}"/>
              </a:ext>
            </a:extLst>
          </p:cNvPr>
          <p:cNvSpPr txBox="1"/>
          <p:nvPr/>
        </p:nvSpPr>
        <p:spPr>
          <a:xfrm>
            <a:off x="1086456" y="1417320"/>
            <a:ext cx="8046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 err="1">
                <a:solidFill>
                  <a:srgbClr val="FFFFFF"/>
                </a:solidFill>
              </a:rPr>
              <a:t>Requisities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404DA-D6DA-C7CD-D3A9-ED1946A2B796}"/>
              </a:ext>
            </a:extLst>
          </p:cNvPr>
          <p:cNvSpPr/>
          <p:nvPr/>
        </p:nvSpPr>
        <p:spPr>
          <a:xfrm>
            <a:off x="1068168" y="182880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95241-425A-89D5-C630-34BE223D007E}"/>
              </a:ext>
            </a:extLst>
          </p:cNvPr>
          <p:cNvSpPr txBox="1"/>
          <p:nvPr/>
        </p:nvSpPr>
        <p:spPr>
          <a:xfrm>
            <a:off x="1077312" y="183794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F5010B-241E-80D9-CCA1-46C4CA50AC12}"/>
              </a:ext>
            </a:extLst>
          </p:cNvPr>
          <p:cNvSpPr txBox="1"/>
          <p:nvPr/>
        </p:nvSpPr>
        <p:spPr>
          <a:xfrm>
            <a:off x="1507080" y="1828800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Update the latest rocky status to “TMOS Packages.xls” sheet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0C628-DC88-10A7-6B3D-D1B8A4F6EEC7}"/>
              </a:ext>
            </a:extLst>
          </p:cNvPr>
          <p:cNvSpPr/>
          <p:nvPr/>
        </p:nvSpPr>
        <p:spPr>
          <a:xfrm>
            <a:off x="1068168" y="2487168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16D418-1796-D46E-3C77-0A2FBAC8F3DB}"/>
              </a:ext>
            </a:extLst>
          </p:cNvPr>
          <p:cNvSpPr txBox="1"/>
          <p:nvPr/>
        </p:nvSpPr>
        <p:spPr>
          <a:xfrm>
            <a:off x="1077312" y="2496311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708911-F3D7-C39D-5A6F-67178D877ED9}"/>
              </a:ext>
            </a:extLst>
          </p:cNvPr>
          <p:cNvSpPr txBox="1"/>
          <p:nvPr/>
        </p:nvSpPr>
        <p:spPr>
          <a:xfrm>
            <a:off x="1507080" y="2487168"/>
            <a:ext cx="7452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B3A6B"/>
                </a:solidFill>
              </a:rPr>
              <a:t>Submit the pending RBs after review ASAP before 22</a:t>
            </a:r>
            <a:r>
              <a:rPr lang="en-US" sz="1200" b="1" baseline="30000" dirty="0">
                <a:solidFill>
                  <a:srgbClr val="1B3A6B"/>
                </a:solidFill>
              </a:rPr>
              <a:t>nd</a:t>
            </a:r>
            <a:r>
              <a:rPr lang="en-US" sz="1200" b="1" dirty="0">
                <a:solidFill>
                  <a:srgbClr val="1B3A6B"/>
                </a:solidFill>
              </a:rPr>
              <a:t> April 26 Morning IST and update the status in “TMOS Packages.xls”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1EE101-26BE-C229-4906-5FCCB5C63BD9}"/>
              </a:ext>
            </a:extLst>
          </p:cNvPr>
          <p:cNvSpPr/>
          <p:nvPr/>
        </p:nvSpPr>
        <p:spPr>
          <a:xfrm>
            <a:off x="1068168" y="3145536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70897-E4D3-F8B9-D297-B3F72F1B39BF}"/>
              </a:ext>
            </a:extLst>
          </p:cNvPr>
          <p:cNvSpPr txBox="1"/>
          <p:nvPr/>
        </p:nvSpPr>
        <p:spPr>
          <a:xfrm>
            <a:off x="1077312" y="315467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1286C0-ACBA-4FF5-C393-D82FE4342803}"/>
              </a:ext>
            </a:extLst>
          </p:cNvPr>
          <p:cNvSpPr txBox="1"/>
          <p:nvPr/>
        </p:nvSpPr>
        <p:spPr>
          <a:xfrm>
            <a:off x="1507080" y="3145536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B3A6B"/>
                </a:solidFill>
              </a:rPr>
              <a:t>Prioritize all human dependent activities for smooth Agentic migration 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B35474-582C-8646-A05C-55861BAECCC1}"/>
              </a:ext>
            </a:extLst>
          </p:cNvPr>
          <p:cNvSpPr/>
          <p:nvPr/>
        </p:nvSpPr>
        <p:spPr>
          <a:xfrm>
            <a:off x="1068168" y="3803904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B595B-7699-D943-1EF2-2526D8D61E9B}"/>
              </a:ext>
            </a:extLst>
          </p:cNvPr>
          <p:cNvSpPr txBox="1"/>
          <p:nvPr/>
        </p:nvSpPr>
        <p:spPr>
          <a:xfrm>
            <a:off x="1077312" y="38130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16EAC-0230-22C2-CC6C-B77926921C29}"/>
              </a:ext>
            </a:extLst>
          </p:cNvPr>
          <p:cNvSpPr txBox="1"/>
          <p:nvPr/>
        </p:nvSpPr>
        <p:spPr>
          <a:xfrm>
            <a:off x="1507080" y="3803904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B3A6B"/>
                </a:solidFill>
              </a:rPr>
              <a:t>Add new module and depreciate the old module in the status sheet E.g., my-</a:t>
            </a:r>
            <a:r>
              <a:rPr lang="en-US" sz="1200" b="1" dirty="0" err="1">
                <a:solidFill>
                  <a:srgbClr val="1B3A6B"/>
                </a:solidFill>
              </a:rPr>
              <a:t>sql</a:t>
            </a:r>
            <a:r>
              <a:rPr lang="en-US" sz="1200" b="1" dirty="0">
                <a:solidFill>
                  <a:srgbClr val="1B3A6B"/>
                </a:solidFill>
              </a:rPr>
              <a:t>-connector vs </a:t>
            </a:r>
            <a:r>
              <a:rPr lang="en-US" sz="1200" b="1" dirty="0" err="1">
                <a:solidFill>
                  <a:srgbClr val="1B3A6B"/>
                </a:solidFill>
              </a:rPr>
              <a:t>mariadb</a:t>
            </a:r>
            <a:r>
              <a:rPr lang="en-US" sz="1200" b="1" dirty="0">
                <a:solidFill>
                  <a:srgbClr val="1B3A6B"/>
                </a:solidFill>
              </a:rPr>
              <a:t>  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B4065B-7C07-2EDD-2499-EA6838DB1381}"/>
              </a:ext>
            </a:extLst>
          </p:cNvPr>
          <p:cNvSpPr/>
          <p:nvPr/>
        </p:nvSpPr>
        <p:spPr>
          <a:xfrm>
            <a:off x="1068168" y="4462272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06E718-D76E-A709-EACE-D679322FFE9F}"/>
              </a:ext>
            </a:extLst>
          </p:cNvPr>
          <p:cNvSpPr txBox="1"/>
          <p:nvPr/>
        </p:nvSpPr>
        <p:spPr>
          <a:xfrm>
            <a:off x="1077312" y="447141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396F78-22CC-0CD1-1CFC-5E2793AB98C4}"/>
              </a:ext>
            </a:extLst>
          </p:cNvPr>
          <p:cNvSpPr txBox="1"/>
          <p:nvPr/>
        </p:nvSpPr>
        <p:spPr>
          <a:xfrm>
            <a:off x="1507080" y="4462272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Review and correct the depends section i.e., remove stale and depreciated entries.</a:t>
            </a:r>
            <a:endParaRPr sz="1200" b="1" i="0" dirty="0">
              <a:solidFill>
                <a:srgbClr val="1B3A6B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2B525C-5960-8E8A-74D4-97800A468539}"/>
              </a:ext>
            </a:extLst>
          </p:cNvPr>
          <p:cNvSpPr/>
          <p:nvPr/>
        </p:nvSpPr>
        <p:spPr>
          <a:xfrm>
            <a:off x="1068168" y="5120640"/>
            <a:ext cx="347472" cy="347472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032B26-AD6B-E161-2FF2-DFBA5F1C9956}"/>
              </a:ext>
            </a:extLst>
          </p:cNvPr>
          <p:cNvSpPr txBox="1"/>
          <p:nvPr/>
        </p:nvSpPr>
        <p:spPr>
          <a:xfrm>
            <a:off x="1077312" y="51297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7B8679-D281-5905-3E14-ABAFA705827A}"/>
              </a:ext>
            </a:extLst>
          </p:cNvPr>
          <p:cNvSpPr txBox="1"/>
          <p:nvPr/>
        </p:nvSpPr>
        <p:spPr>
          <a:xfrm>
            <a:off x="1507080" y="5120640"/>
            <a:ext cx="7452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B3A6B"/>
                </a:solidFill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E447F3-1D27-E35F-CA75-5887A832B399}"/>
              </a:ext>
            </a:extLst>
          </p:cNvPr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931644-FF4C-EEE7-15F9-EA08C07246A9}"/>
              </a:ext>
            </a:extLst>
          </p:cNvPr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5033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C71D-9F09-DF46-B10F-D7B74A32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858E3-97D1-9853-BCF0-3301E403E450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151F9D-CCE5-537D-B356-4CF0F2A721D4}"/>
              </a:ext>
            </a:extLst>
          </p:cNvPr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9A889A-29B3-D2AF-1CFC-64051292BC2F}"/>
              </a:ext>
            </a:extLst>
          </p:cNvPr>
          <p:cNvSpPr txBox="1"/>
          <p:nvPr/>
        </p:nvSpPr>
        <p:spPr>
          <a:xfrm>
            <a:off x="11795760" y="66568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6DB4"/>
                </a:solidFill>
              </a:rPr>
              <a:t>3 / 3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E30FF6-E48C-2AC2-7330-9EA519127F11}"/>
              </a:ext>
            </a:extLst>
          </p:cNvPr>
          <p:cNvGraphicFramePr/>
          <p:nvPr/>
        </p:nvGraphicFramePr>
        <p:xfrm>
          <a:off x="-777240" y="1558635"/>
          <a:ext cx="5335972" cy="4017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3FE8515D-63E9-7A96-0AA8-283F62F64FF9}"/>
              </a:ext>
            </a:extLst>
          </p:cNvPr>
          <p:cNvSpPr/>
          <p:nvPr/>
        </p:nvSpPr>
        <p:spPr>
          <a:xfrm>
            <a:off x="5349239" y="2606040"/>
            <a:ext cx="5868786" cy="2157153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END OF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09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Custom</PresentationFormat>
  <Paragraphs>112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Karthikeyan RAMASUBRAMANIAN</cp:lastModifiedBy>
  <cp:revision>1</cp:revision>
  <dcterms:created xsi:type="dcterms:W3CDTF">2013-01-27T09:14:16Z</dcterms:created>
  <dcterms:modified xsi:type="dcterms:W3CDTF">2026-04-21T05:24:54Z</dcterms:modified>
  <cp:category/>
</cp:coreProperties>
</file>